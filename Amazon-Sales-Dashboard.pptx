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17"/>
  </p:notesMasterIdLst>
  <p:sldIdLst>
    <p:sldId id="256" r:id="rId2"/>
    <p:sldId id="257" r:id="rId3"/>
    <p:sldId id="268" r:id="rId4"/>
    <p:sldId id="270" r:id="rId5"/>
    <p:sldId id="258" r:id="rId6"/>
    <p:sldId id="259" r:id="rId7"/>
    <p:sldId id="260" r:id="rId8"/>
    <p:sldId id="265" r:id="rId9"/>
    <p:sldId id="266" r:id="rId10"/>
    <p:sldId id="261" r:id="rId11"/>
    <p:sldId id="267" r:id="rId12"/>
    <p:sldId id="269" r:id="rId13"/>
    <p:sldId id="262" r:id="rId14"/>
    <p:sldId id="272" r:id="rId15"/>
    <p:sldId id="264" r:id="rId16"/>
  </p:sldIdLst>
  <p:sldSz cx="9144000" cy="5143500" type="screen16x9"/>
  <p:notesSz cx="51435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6DC3"/>
    <a:srgbClr val="1E3660"/>
    <a:srgbClr val="13223D"/>
    <a:srgbClr val="CA945E"/>
    <a:srgbClr val="EFF5FB"/>
    <a:srgbClr val="996633"/>
    <a:srgbClr val="E7F0F9"/>
    <a:srgbClr val="C2DDDC"/>
    <a:srgbClr val="1E3A6C"/>
    <a:srgbClr val="769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9BD86C-8B65-4817-A62E-7EA13DE59E7F}" v="281" dt="2026-08-29T08:30:16.4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a Sre" userId="7c83c5e60cc6ba59" providerId="LiveId" clId="{9421FC39-C4F6-489B-9129-BCAB5B92A5DA}"/>
    <pc:docChg chg="undo redo custSel addSld delSld modSld sldOrd">
      <pc:chgData name="Mohana Sre" userId="7c83c5e60cc6ba59" providerId="LiveId" clId="{9421FC39-C4F6-489B-9129-BCAB5B92A5DA}" dt="2026-08-29T08:32:25.196" v="2935" actId="5793"/>
      <pc:docMkLst>
        <pc:docMk/>
      </pc:docMkLst>
      <pc:sldChg chg="addSp delSp modSp mod">
        <pc:chgData name="Mohana Sre" userId="7c83c5e60cc6ba59" providerId="LiveId" clId="{9421FC39-C4F6-489B-9129-BCAB5B92A5DA}" dt="2026-08-29T08:27:45.782" v="2920" actId="14100"/>
        <pc:sldMkLst>
          <pc:docMk/>
          <pc:sldMk cId="0" sldId="256"/>
        </pc:sldMkLst>
        <pc:spChg chg="del">
          <ac:chgData name="Mohana Sre" userId="7c83c5e60cc6ba59" providerId="LiveId" clId="{9421FC39-C4F6-489B-9129-BCAB5B92A5DA}" dt="2026-08-28T13:59:41.058" v="34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Mohana Sre" userId="7c83c5e60cc6ba59" providerId="LiveId" clId="{9421FC39-C4F6-489B-9129-BCAB5B92A5DA}" dt="2026-08-28T13:59:38.138" v="33" actId="478"/>
          <ac:spMkLst>
            <pc:docMk/>
            <pc:sldMk cId="0" sldId="256"/>
            <ac:spMk id="6" creationId="{00000000-0000-0000-0000-000000000000}"/>
          </ac:spMkLst>
        </pc:spChg>
        <pc:spChg chg="add mod topLvl">
          <ac:chgData name="Mohana Sre" userId="7c83c5e60cc6ba59" providerId="LiveId" clId="{9421FC39-C4F6-489B-9129-BCAB5B92A5DA}" dt="2026-08-29T03:47:34.624" v="1620" actId="1076"/>
          <ac:spMkLst>
            <pc:docMk/>
            <pc:sldMk cId="0" sldId="256"/>
            <ac:spMk id="6" creationId="{4E778795-05A1-319B-D0CF-57DC34108660}"/>
          </ac:spMkLst>
        </pc:spChg>
        <pc:spChg chg="mod">
          <ac:chgData name="Mohana Sre" userId="7c83c5e60cc6ba59" providerId="LiveId" clId="{9421FC39-C4F6-489B-9129-BCAB5B92A5DA}" dt="2026-08-29T03:36:52.873" v="1477" actId="6549"/>
          <ac:spMkLst>
            <pc:docMk/>
            <pc:sldMk cId="0" sldId="256"/>
            <ac:spMk id="7" creationId="{00000000-0000-0000-0000-000000000000}"/>
          </ac:spMkLst>
        </pc:spChg>
        <pc:spChg chg="mod">
          <ac:chgData name="Mohana Sre" userId="7c83c5e60cc6ba59" providerId="LiveId" clId="{9421FC39-C4F6-489B-9129-BCAB5B92A5DA}" dt="2026-08-28T14:58:07.013" v="462" actId="6549"/>
          <ac:spMkLst>
            <pc:docMk/>
            <pc:sldMk cId="0" sldId="256"/>
            <ac:spMk id="8" creationId="{00000000-0000-0000-0000-000000000000}"/>
          </ac:spMkLst>
        </pc:spChg>
        <pc:spChg chg="mod">
          <ac:chgData name="Mohana Sre" userId="7c83c5e60cc6ba59" providerId="LiveId" clId="{9421FC39-C4F6-489B-9129-BCAB5B92A5DA}" dt="2026-08-28T14:57:57.091" v="461" actId="6549"/>
          <ac:spMkLst>
            <pc:docMk/>
            <pc:sldMk cId="0" sldId="256"/>
            <ac:spMk id="9" creationId="{00000000-0000-0000-0000-000000000000}"/>
          </ac:spMkLst>
        </pc:spChg>
        <pc:spChg chg="mod">
          <ac:chgData name="Mohana Sre" userId="7c83c5e60cc6ba59" providerId="LiveId" clId="{9421FC39-C4F6-489B-9129-BCAB5B92A5DA}" dt="2026-08-28T14:58:43.032" v="471" actId="6549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ohana Sre" userId="7c83c5e60cc6ba59" providerId="LiveId" clId="{9421FC39-C4F6-489B-9129-BCAB5B92A5DA}" dt="2026-08-28T14:58:48.191" v="473" actId="6549"/>
          <ac:spMkLst>
            <pc:docMk/>
            <pc:sldMk cId="0" sldId="256"/>
            <ac:spMk id="11" creationId="{00000000-0000-0000-0000-000000000000}"/>
          </ac:spMkLst>
        </pc:spChg>
        <pc:spChg chg="del mod">
          <ac:chgData name="Mohana Sre" userId="7c83c5e60cc6ba59" providerId="LiveId" clId="{9421FC39-C4F6-489B-9129-BCAB5B92A5DA}" dt="2026-08-28T14:59:29.423" v="481" actId="47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ohana Sre" userId="7c83c5e60cc6ba59" providerId="LiveId" clId="{9421FC39-C4F6-489B-9129-BCAB5B92A5DA}" dt="2026-08-29T03:23:59.093" v="1381" actId="6549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ohana Sre" userId="7c83c5e60cc6ba59" providerId="LiveId" clId="{9421FC39-C4F6-489B-9129-BCAB5B92A5DA}" dt="2026-08-29T03:24:02.932" v="1382" actId="6549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ohana Sre" userId="7c83c5e60cc6ba59" providerId="LiveId" clId="{9421FC39-C4F6-489B-9129-BCAB5B92A5DA}" dt="2026-08-29T08:27:45.782" v="2920" actId="1410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ohana Sre" userId="7c83c5e60cc6ba59" providerId="LiveId" clId="{9421FC39-C4F6-489B-9129-BCAB5B92A5DA}" dt="2026-08-28T13:59:21.481" v="32" actId="6549"/>
          <ac:spMkLst>
            <pc:docMk/>
            <pc:sldMk cId="0" sldId="256"/>
            <ac:spMk id="17" creationId="{00000000-0000-0000-0000-000000000000}"/>
          </ac:spMkLst>
        </pc:spChg>
        <pc:spChg chg="add mod topLvl">
          <ac:chgData name="Mohana Sre" userId="7c83c5e60cc6ba59" providerId="LiveId" clId="{9421FC39-C4F6-489B-9129-BCAB5B92A5DA}" dt="2026-08-29T03:22:47.375" v="1368" actId="165"/>
          <ac:spMkLst>
            <pc:docMk/>
            <pc:sldMk cId="0" sldId="256"/>
            <ac:spMk id="20" creationId="{93BCD8A8-58F9-C03F-39C1-76ACC468701B}"/>
          </ac:spMkLst>
        </pc:spChg>
        <pc:spChg chg="add mod">
          <ac:chgData name="Mohana Sre" userId="7c83c5e60cc6ba59" providerId="LiveId" clId="{9421FC39-C4F6-489B-9129-BCAB5B92A5DA}" dt="2026-08-29T03:44:33.744" v="1582" actId="1076"/>
          <ac:spMkLst>
            <pc:docMk/>
            <pc:sldMk cId="0" sldId="256"/>
            <ac:spMk id="21" creationId="{4ACBF412-80C6-C2EA-181F-AD1EE4B34359}"/>
          </ac:spMkLst>
        </pc:spChg>
        <pc:spChg chg="add mod">
          <ac:chgData name="Mohana Sre" userId="7c83c5e60cc6ba59" providerId="LiveId" clId="{9421FC39-C4F6-489B-9129-BCAB5B92A5DA}" dt="2026-08-29T03:48:59.384" v="1639" actId="14100"/>
          <ac:spMkLst>
            <pc:docMk/>
            <pc:sldMk cId="0" sldId="256"/>
            <ac:spMk id="25" creationId="{EF518B67-B365-9223-6DFC-00AA10BC8E2D}"/>
          </ac:spMkLst>
        </pc:spChg>
        <pc:spChg chg="add mod">
          <ac:chgData name="Mohana Sre" userId="7c83c5e60cc6ba59" providerId="LiveId" clId="{9421FC39-C4F6-489B-9129-BCAB5B92A5DA}" dt="2026-08-29T03:49:55.519" v="1647" actId="1076"/>
          <ac:spMkLst>
            <pc:docMk/>
            <pc:sldMk cId="0" sldId="256"/>
            <ac:spMk id="27" creationId="{F0A1C6B2-AA85-4055-6EFA-8806473AD4C3}"/>
          </ac:spMkLst>
        </pc:spChg>
        <pc:spChg chg="add mod">
          <ac:chgData name="Mohana Sre" userId="7c83c5e60cc6ba59" providerId="LiveId" clId="{9421FC39-C4F6-489B-9129-BCAB5B92A5DA}" dt="2026-08-29T03:50:02.950" v="1650" actId="20577"/>
          <ac:spMkLst>
            <pc:docMk/>
            <pc:sldMk cId="0" sldId="256"/>
            <ac:spMk id="28" creationId="{3905A817-DCFD-2D1E-0A74-C78978159C46}"/>
          </ac:spMkLst>
        </pc:spChg>
        <pc:grpChg chg="add del mod">
          <ac:chgData name="Mohana Sre" userId="7c83c5e60cc6ba59" providerId="LiveId" clId="{9421FC39-C4F6-489B-9129-BCAB5B92A5DA}" dt="2026-08-29T03:22:47.375" v="1368" actId="165"/>
          <ac:grpSpMkLst>
            <pc:docMk/>
            <pc:sldMk cId="0" sldId="256"/>
            <ac:grpSpMk id="21" creationId="{7D487498-B32F-1956-0F71-AA974D4A2270}"/>
          </ac:grpSpMkLst>
        </pc:grpChg>
        <pc:picChg chg="mod">
          <ac:chgData name="Mohana Sre" userId="7c83c5e60cc6ba59" providerId="LiveId" clId="{9421FC39-C4F6-489B-9129-BCAB5B92A5DA}" dt="2026-08-29T08:27:34.826" v="2917" actId="1076"/>
          <ac:picMkLst>
            <pc:docMk/>
            <pc:sldMk cId="0" sldId="256"/>
            <ac:picMk id="4" creationId="{00000000-0000-0000-0000-000000000000}"/>
          </ac:picMkLst>
        </pc:picChg>
        <pc:picChg chg="add del mod">
          <ac:chgData name="Mohana Sre" userId="7c83c5e60cc6ba59" providerId="LiveId" clId="{9421FC39-C4F6-489B-9129-BCAB5B92A5DA}" dt="2026-08-28T14:58:34.229" v="469" actId="478"/>
          <ac:picMkLst>
            <pc:docMk/>
            <pc:sldMk cId="0" sldId="256"/>
            <ac:picMk id="5" creationId="{1A0D2A79-3EE6-852F-0470-DF7B436CF2FE}"/>
          </ac:picMkLst>
        </pc:picChg>
        <pc:picChg chg="add del mod">
          <ac:chgData name="Mohana Sre" userId="7c83c5e60cc6ba59" providerId="LiveId" clId="{9421FC39-C4F6-489B-9129-BCAB5B92A5DA}" dt="2026-08-29T03:39:15.558" v="1495" actId="478"/>
          <ac:picMkLst>
            <pc:docMk/>
            <pc:sldMk cId="0" sldId="256"/>
            <ac:picMk id="12" creationId="{CE0F06E2-A65C-A8DB-1755-EEA28E1C2DD0}"/>
          </ac:picMkLst>
        </pc:picChg>
        <pc:picChg chg="add del mod">
          <ac:chgData name="Mohana Sre" userId="7c83c5e60cc6ba59" providerId="LiveId" clId="{9421FC39-C4F6-489B-9129-BCAB5B92A5DA}" dt="2026-08-29T03:44:15.201" v="1577" actId="14100"/>
          <ac:picMkLst>
            <pc:docMk/>
            <pc:sldMk cId="0" sldId="256"/>
            <ac:picMk id="19" creationId="{3FD05552-0CAF-8371-F937-F37B40FE09BF}"/>
          </ac:picMkLst>
        </pc:picChg>
        <pc:cxnChg chg="add mod">
          <ac:chgData name="Mohana Sre" userId="7c83c5e60cc6ba59" providerId="LiveId" clId="{9421FC39-C4F6-489B-9129-BCAB5B92A5DA}" dt="2026-08-29T03:47:06.672" v="1617" actId="1076"/>
          <ac:cxnSpMkLst>
            <pc:docMk/>
            <pc:sldMk cId="0" sldId="256"/>
            <ac:cxnSpMk id="23" creationId="{6C6C027D-CC54-FF09-A687-0E2BA66CD531}"/>
          </ac:cxnSpMkLst>
        </pc:cxnChg>
        <pc:cxnChg chg="add mod">
          <ac:chgData name="Mohana Sre" userId="7c83c5e60cc6ba59" providerId="LiveId" clId="{9421FC39-C4F6-489B-9129-BCAB5B92A5DA}" dt="2026-08-29T03:49:36.096" v="1644" actId="13822"/>
          <ac:cxnSpMkLst>
            <pc:docMk/>
            <pc:sldMk cId="0" sldId="256"/>
            <ac:cxnSpMk id="29" creationId="{E57D1FE1-FDBA-D438-AF50-817D28F0D6A3}"/>
          </ac:cxnSpMkLst>
        </pc:cxnChg>
      </pc:sldChg>
      <pc:sldChg chg="addSp modSp mod">
        <pc:chgData name="Mohana Sre" userId="7c83c5e60cc6ba59" providerId="LiveId" clId="{9421FC39-C4F6-489B-9129-BCAB5B92A5DA}" dt="2026-08-29T08:31:50.274" v="2932" actId="207"/>
        <pc:sldMkLst>
          <pc:docMk/>
          <pc:sldMk cId="0" sldId="257"/>
        </pc:sldMkLst>
        <pc:spChg chg="mod">
          <ac:chgData name="Mohana Sre" userId="7c83c5e60cc6ba59" providerId="LiveId" clId="{9421FC39-C4F6-489B-9129-BCAB5B92A5DA}" dt="2026-08-29T04:37:06.432" v="2131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ana Sre" userId="7c83c5e60cc6ba59" providerId="LiveId" clId="{9421FC39-C4F6-489B-9129-BCAB5B92A5DA}" dt="2026-08-29T04:40:48.618" v="2196" actId="1076"/>
          <ac:spMkLst>
            <pc:docMk/>
            <pc:sldMk cId="0" sldId="257"/>
            <ac:spMk id="3" creationId="{00000000-0000-0000-0000-000000000000}"/>
          </ac:spMkLst>
        </pc:spChg>
        <pc:spChg chg="mod ord">
          <ac:chgData name="Mohana Sre" userId="7c83c5e60cc6ba59" providerId="LiveId" clId="{9421FC39-C4F6-489B-9129-BCAB5B92A5DA}" dt="2026-08-29T04:40:36.581" v="2193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Mohana Sre" userId="7c83c5e60cc6ba59" providerId="LiveId" clId="{9421FC39-C4F6-489B-9129-BCAB5B92A5DA}" dt="2026-08-29T04:40:51.333" v="2198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Mohana Sre" userId="7c83c5e60cc6ba59" providerId="LiveId" clId="{9421FC39-C4F6-489B-9129-BCAB5B92A5DA}" dt="2026-08-29T04:30:58.452" v="2074" actId="6549"/>
          <ac:spMkLst>
            <pc:docMk/>
            <pc:sldMk cId="0" sldId="257"/>
            <ac:spMk id="6" creationId="{00000000-0000-0000-0000-000000000000}"/>
          </ac:spMkLst>
        </pc:spChg>
        <pc:spChg chg="mod">
          <ac:chgData name="Mohana Sre" userId="7c83c5e60cc6ba59" providerId="LiveId" clId="{9421FC39-C4F6-489B-9129-BCAB5B92A5DA}" dt="2026-08-29T04:41:25.743" v="2202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Mohana Sre" userId="7c83c5e60cc6ba59" providerId="LiveId" clId="{9421FC39-C4F6-489B-9129-BCAB5B92A5DA}" dt="2026-08-29T04:39:35.938" v="2184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ohana Sre" userId="7c83c5e60cc6ba59" providerId="LiveId" clId="{9421FC39-C4F6-489B-9129-BCAB5B92A5DA}" dt="2026-08-28T14:10:47.771" v="119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Mohana Sre" userId="7c83c5e60cc6ba59" providerId="LiveId" clId="{9421FC39-C4F6-489B-9129-BCAB5B92A5DA}" dt="2026-08-28T14:11:21.893" v="134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ohana Sre" userId="7c83c5e60cc6ba59" providerId="LiveId" clId="{9421FC39-C4F6-489B-9129-BCAB5B92A5DA}" dt="2026-08-28T14:16:50.544" v="159" actId="20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ohana Sre" userId="7c83c5e60cc6ba59" providerId="LiveId" clId="{9421FC39-C4F6-489B-9129-BCAB5B92A5DA}" dt="2026-08-28T14:16:55.584" v="160" actId="20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ohana Sre" userId="7c83c5e60cc6ba59" providerId="LiveId" clId="{9421FC39-C4F6-489B-9129-BCAB5B92A5DA}" dt="2026-08-28T14:16:58.993" v="161" actId="20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ohana Sre" userId="7c83c5e60cc6ba59" providerId="LiveId" clId="{9421FC39-C4F6-489B-9129-BCAB5B92A5DA}" dt="2026-08-28T14:17:03.119" v="162" actId="20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ohana Sre" userId="7c83c5e60cc6ba59" providerId="LiveId" clId="{9421FC39-C4F6-489B-9129-BCAB5B92A5DA}" dt="2026-08-28T14:17:11.936" v="164" actId="20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ohana Sre" userId="7c83c5e60cc6ba59" providerId="LiveId" clId="{9421FC39-C4F6-489B-9129-BCAB5B92A5DA}" dt="2026-08-28T14:17:07.504" v="163" actId="20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ohana Sre" userId="7c83c5e60cc6ba59" providerId="LiveId" clId="{9421FC39-C4F6-489B-9129-BCAB5B92A5DA}" dt="2026-08-29T08:31:29.089" v="2928" actId="20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ohana Sre" userId="7c83c5e60cc6ba59" providerId="LiveId" clId="{9421FC39-C4F6-489B-9129-BCAB5B92A5DA}" dt="2026-08-29T08:31:33.763" v="2929" actId="20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Mohana Sre" userId="7c83c5e60cc6ba59" providerId="LiveId" clId="{9421FC39-C4F6-489B-9129-BCAB5B92A5DA}" dt="2026-08-29T08:31:46.128" v="2931" actId="20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Mohana Sre" userId="7c83c5e60cc6ba59" providerId="LiveId" clId="{9421FC39-C4F6-489B-9129-BCAB5B92A5DA}" dt="2026-08-29T08:31:38.716" v="2930" actId="207"/>
          <ac:spMkLst>
            <pc:docMk/>
            <pc:sldMk cId="0" sldId="257"/>
            <ac:spMk id="25" creationId="{00000000-0000-0000-0000-000000000000}"/>
          </ac:spMkLst>
        </pc:spChg>
        <pc:spChg chg="mod">
          <ac:chgData name="Mohana Sre" userId="7c83c5e60cc6ba59" providerId="LiveId" clId="{9421FC39-C4F6-489B-9129-BCAB5B92A5DA}" dt="2026-08-29T08:31:50.274" v="2932" actId="207"/>
          <ac:spMkLst>
            <pc:docMk/>
            <pc:sldMk cId="0" sldId="257"/>
            <ac:spMk id="26" creationId="{00000000-0000-0000-0000-000000000000}"/>
          </ac:spMkLst>
        </pc:spChg>
        <pc:spChg chg="add mod">
          <ac:chgData name="Mohana Sre" userId="7c83c5e60cc6ba59" providerId="LiveId" clId="{9421FC39-C4F6-489B-9129-BCAB5B92A5DA}" dt="2026-08-29T04:38:52.225" v="2172" actId="1076"/>
          <ac:spMkLst>
            <pc:docMk/>
            <pc:sldMk cId="0" sldId="257"/>
            <ac:spMk id="29" creationId="{7037C976-679A-7E95-809A-2C7935E209F9}"/>
          </ac:spMkLst>
        </pc:spChg>
        <pc:spChg chg="add mod">
          <ac:chgData name="Mohana Sre" userId="7c83c5e60cc6ba59" providerId="LiveId" clId="{9421FC39-C4F6-489B-9129-BCAB5B92A5DA}" dt="2026-08-29T04:40:01.050" v="2189" actId="12"/>
          <ac:spMkLst>
            <pc:docMk/>
            <pc:sldMk cId="0" sldId="257"/>
            <ac:spMk id="30" creationId="{67DCF9D1-2B8C-B0CF-BCB3-C9B5A3A66428}"/>
          </ac:spMkLst>
        </pc:spChg>
        <pc:spChg chg="add mod">
          <ac:chgData name="Mohana Sre" userId="7c83c5e60cc6ba59" providerId="LiveId" clId="{9421FC39-C4F6-489B-9129-BCAB5B92A5DA}" dt="2026-08-29T04:38:01.635" v="2162" actId="1076"/>
          <ac:spMkLst>
            <pc:docMk/>
            <pc:sldMk cId="0" sldId="257"/>
            <ac:spMk id="31" creationId="{50DF19B4-CFE9-6012-0CDF-F2CC2C23DD58}"/>
          </ac:spMkLst>
        </pc:spChg>
        <pc:picChg chg="mod">
          <ac:chgData name="Mohana Sre" userId="7c83c5e60cc6ba59" providerId="LiveId" clId="{9421FC39-C4F6-489B-9129-BCAB5B92A5DA}" dt="2026-08-29T04:40:21.981" v="2190" actId="207"/>
          <ac:picMkLst>
            <pc:docMk/>
            <pc:sldMk cId="0" sldId="257"/>
            <ac:picMk id="27" creationId="{00000000-0000-0000-0000-000000000000}"/>
          </ac:picMkLst>
        </pc:picChg>
        <pc:picChg chg="mod">
          <ac:chgData name="Mohana Sre" userId="7c83c5e60cc6ba59" providerId="LiveId" clId="{9421FC39-C4F6-489B-9129-BCAB5B92A5DA}" dt="2026-08-29T04:40:26.345" v="2191" actId="207"/>
          <ac:picMkLst>
            <pc:docMk/>
            <pc:sldMk cId="0" sldId="257"/>
            <ac:picMk id="28" creationId="{00000000-0000-0000-0000-000000000000}"/>
          </ac:picMkLst>
        </pc:picChg>
      </pc:sldChg>
      <pc:sldChg chg="addSp delSp modSp mod">
        <pc:chgData name="Mohana Sre" userId="7c83c5e60cc6ba59" providerId="LiveId" clId="{9421FC39-C4F6-489B-9129-BCAB5B92A5DA}" dt="2026-08-29T08:31:21.696" v="2927" actId="207"/>
        <pc:sldMkLst>
          <pc:docMk/>
          <pc:sldMk cId="0" sldId="258"/>
        </pc:sldMkLst>
        <pc:spChg chg="mod">
          <ac:chgData name="Mohana Sre" userId="7c83c5e60cc6ba59" providerId="LiveId" clId="{9421FC39-C4F6-489B-9129-BCAB5B92A5DA}" dt="2026-08-29T04:56:03.834" v="241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ohana Sre" userId="7c83c5e60cc6ba59" providerId="LiveId" clId="{9421FC39-C4F6-489B-9129-BCAB5B92A5DA}" dt="2026-08-29T04:56:11.990" v="2419" actId="208"/>
          <ac:spMkLst>
            <pc:docMk/>
            <pc:sldMk cId="0" sldId="258"/>
            <ac:spMk id="3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2:53.575" v="1712" actId="6549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Mohana Sre" userId="7c83c5e60cc6ba59" providerId="LiveId" clId="{9421FC39-C4F6-489B-9129-BCAB5B92A5DA}" dt="2026-08-28T13:59:05.307" v="30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Mohana Sre" userId="7c83c5e60cc6ba59" providerId="LiveId" clId="{9421FC39-C4F6-489B-9129-BCAB5B92A5DA}" dt="2026-08-29T04:30:36.966" v="2072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Mohana Sre" userId="7c83c5e60cc6ba59" providerId="LiveId" clId="{9421FC39-C4F6-489B-9129-BCAB5B92A5DA}" dt="2026-08-29T08:30:57.521" v="2922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1:41.749" v="1698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2:01.896" v="1703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1:51.027" v="1700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ohana Sre" userId="7c83c5e60cc6ba59" providerId="LiveId" clId="{9421FC39-C4F6-489B-9129-BCAB5B92A5DA}" dt="2026-08-29T08:31:03.628" v="2923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1:37.172" v="1697" actId="20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2:05.546" v="1704" actId="20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1:54.890" v="1701" actId="20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ohana Sre" userId="7c83c5e60cc6ba59" providerId="LiveId" clId="{9421FC39-C4F6-489B-9129-BCAB5B92A5DA}" dt="2026-08-29T08:31:07.158" v="2924" actId="20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1:46.721" v="1699" actId="20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2:09.331" v="1705" actId="20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1:58.802" v="1702" actId="20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6:23.832" v="1798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6:35.967" v="1802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8:04.829" v="1819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ohana Sre" userId="7c83c5e60cc6ba59" providerId="LiveId" clId="{9421FC39-C4F6-489B-9129-BCAB5B92A5DA}" dt="2026-08-29T04:08:14.010" v="1820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04:26.345" v="531" actId="6549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ohana Sre" userId="7c83c5e60cc6ba59" providerId="LiveId" clId="{9421FC39-C4F6-489B-9129-BCAB5B92A5DA}" dt="2026-08-28T15:04:31.779" v="533" actId="6549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04:29.195" v="532" actId="6549"/>
          <ac:spMkLst>
            <pc:docMk/>
            <pc:sldMk cId="0" sldId="258"/>
            <ac:spMk id="28" creationId="{00000000-0000-0000-0000-000000000000}"/>
          </ac:spMkLst>
        </pc:spChg>
        <pc:spChg chg="del mod">
          <ac:chgData name="Mohana Sre" userId="7c83c5e60cc6ba59" providerId="LiveId" clId="{9421FC39-C4F6-489B-9129-BCAB5B92A5DA}" dt="2026-08-28T14:32:34.811" v="340" actId="478"/>
          <ac:spMkLst>
            <pc:docMk/>
            <pc:sldMk cId="0" sldId="258"/>
            <ac:spMk id="29" creationId="{00000000-0000-0000-0000-000000000000}"/>
          </ac:spMkLst>
        </pc:spChg>
        <pc:spChg chg="add del mod">
          <ac:chgData name="Mohana Sre" userId="7c83c5e60cc6ba59" providerId="LiveId" clId="{9421FC39-C4F6-489B-9129-BCAB5B92A5DA}" dt="2026-08-28T15:06:25.291" v="543" actId="478"/>
          <ac:spMkLst>
            <pc:docMk/>
            <pc:sldMk cId="0" sldId="258"/>
            <ac:spMk id="35" creationId="{7171066B-63D8-C19D-31E1-F91FE236F087}"/>
          </ac:spMkLst>
        </pc:spChg>
        <pc:spChg chg="add mod ord">
          <ac:chgData name="Mohana Sre" userId="7c83c5e60cc6ba59" providerId="LiveId" clId="{9421FC39-C4F6-489B-9129-BCAB5B92A5DA}" dt="2026-08-29T08:31:18.432" v="2926" actId="207"/>
          <ac:spMkLst>
            <pc:docMk/>
            <pc:sldMk cId="0" sldId="258"/>
            <ac:spMk id="37" creationId="{3C89A56E-2FD8-9E58-78A5-51091BE67E28}"/>
          </ac:spMkLst>
        </pc:spChg>
        <pc:spChg chg="add mod ord">
          <ac:chgData name="Mohana Sre" userId="7c83c5e60cc6ba59" providerId="LiveId" clId="{9421FC39-C4F6-489B-9129-BCAB5B92A5DA}" dt="2026-08-29T08:31:21.696" v="2927" actId="207"/>
          <ac:spMkLst>
            <pc:docMk/>
            <pc:sldMk cId="0" sldId="258"/>
            <ac:spMk id="39" creationId="{E615105E-CE25-3843-4D94-721B06DB1002}"/>
          </ac:spMkLst>
        </pc:spChg>
        <pc:spChg chg="add mod">
          <ac:chgData name="Mohana Sre" userId="7c83c5e60cc6ba59" providerId="LiveId" clId="{9421FC39-C4F6-489B-9129-BCAB5B92A5DA}" dt="2026-08-28T15:08:01.517" v="585" actId="571"/>
          <ac:spMkLst>
            <pc:docMk/>
            <pc:sldMk cId="0" sldId="258"/>
            <ac:spMk id="40" creationId="{A21CD151-45CE-EE2D-E68C-5161F6BA2954}"/>
          </ac:spMkLst>
        </pc:spChg>
        <pc:spChg chg="mod">
          <ac:chgData name="Mohana Sre" userId="7c83c5e60cc6ba59" providerId="LiveId" clId="{9421FC39-C4F6-489B-9129-BCAB5B92A5DA}" dt="2026-08-28T15:08:01.517" v="585" actId="571"/>
          <ac:spMkLst>
            <pc:docMk/>
            <pc:sldMk cId="0" sldId="258"/>
            <ac:spMk id="42" creationId="{49E37E17-F213-3542-0ECD-60E94AF9E69B}"/>
          </ac:spMkLst>
        </pc:spChg>
        <pc:spChg chg="mod">
          <ac:chgData name="Mohana Sre" userId="7c83c5e60cc6ba59" providerId="LiveId" clId="{9421FC39-C4F6-489B-9129-BCAB5B92A5DA}" dt="2026-08-28T15:08:01.517" v="585" actId="571"/>
          <ac:spMkLst>
            <pc:docMk/>
            <pc:sldMk cId="0" sldId="258"/>
            <ac:spMk id="43" creationId="{F1250C26-39A8-B5A2-DC8C-D9469CB66ACA}"/>
          </ac:spMkLst>
        </pc:spChg>
        <pc:spChg chg="mod">
          <ac:chgData name="Mohana Sre" userId="7c83c5e60cc6ba59" providerId="LiveId" clId="{9421FC39-C4F6-489B-9129-BCAB5B92A5DA}" dt="2026-08-28T15:08:01.517" v="585" actId="571"/>
          <ac:spMkLst>
            <pc:docMk/>
            <pc:sldMk cId="0" sldId="258"/>
            <ac:spMk id="44" creationId="{901305B3-65C7-4C48-D1E4-0AE7FC1C4279}"/>
          </ac:spMkLst>
        </pc:spChg>
        <pc:spChg chg="mod">
          <ac:chgData name="Mohana Sre" userId="7c83c5e60cc6ba59" providerId="LiveId" clId="{9421FC39-C4F6-489B-9129-BCAB5B92A5DA}" dt="2026-08-28T15:08:01.517" v="585" actId="571"/>
          <ac:spMkLst>
            <pc:docMk/>
            <pc:sldMk cId="0" sldId="258"/>
            <ac:spMk id="45" creationId="{69E5278C-9536-0051-BB0F-16C17223682E}"/>
          </ac:spMkLst>
        </pc:spChg>
        <pc:spChg chg="add">
          <ac:chgData name="Mohana Sre" userId="7c83c5e60cc6ba59" providerId="LiveId" clId="{9421FC39-C4F6-489B-9129-BCAB5B92A5DA}" dt="2026-08-29T04:42:00.100" v="2218" actId="22"/>
          <ac:spMkLst>
            <pc:docMk/>
            <pc:sldMk cId="0" sldId="258"/>
            <ac:spMk id="50" creationId="{BA317061-C523-EB46-2B88-186DF6BA36E9}"/>
          </ac:spMkLst>
        </pc:spChg>
        <pc:grpChg chg="add mod">
          <ac:chgData name="Mohana Sre" userId="7c83c5e60cc6ba59" providerId="LiveId" clId="{9421FC39-C4F6-489B-9129-BCAB5B92A5DA}" dt="2026-08-28T15:07:24.005" v="571" actId="14100"/>
          <ac:grpSpMkLst>
            <pc:docMk/>
            <pc:sldMk cId="0" sldId="258"/>
            <ac:grpSpMk id="5" creationId="{25640451-6FEF-AAA3-2E64-2453262108A3}"/>
          </ac:grpSpMkLst>
        </pc:grpChg>
        <pc:grpChg chg="add mod">
          <ac:chgData name="Mohana Sre" userId="7c83c5e60cc6ba59" providerId="LiveId" clId="{9421FC39-C4F6-489B-9129-BCAB5B92A5DA}" dt="2026-08-28T15:07:46.027" v="577" actId="14100"/>
          <ac:grpSpMkLst>
            <pc:docMk/>
            <pc:sldMk cId="0" sldId="258"/>
            <ac:grpSpMk id="29" creationId="{EEBB05DE-37D4-D751-7B65-8108A8502130}"/>
          </ac:grpSpMkLst>
        </pc:grpChg>
        <pc:grpChg chg="add mod">
          <ac:chgData name="Mohana Sre" userId="7c83c5e60cc6ba59" providerId="LiveId" clId="{9421FC39-C4F6-489B-9129-BCAB5B92A5DA}" dt="2026-08-28T15:08:09.666" v="587" actId="14100"/>
          <ac:grpSpMkLst>
            <pc:docMk/>
            <pc:sldMk cId="0" sldId="258"/>
            <ac:grpSpMk id="34" creationId="{7CADF65F-8495-FD03-3447-5EB4A424CD7C}"/>
          </ac:grpSpMkLst>
        </pc:grpChg>
        <pc:grpChg chg="add mod">
          <ac:chgData name="Mohana Sre" userId="7c83c5e60cc6ba59" providerId="LiveId" clId="{9421FC39-C4F6-489B-9129-BCAB5B92A5DA}" dt="2026-08-28T15:08:01.517" v="585" actId="571"/>
          <ac:grpSpMkLst>
            <pc:docMk/>
            <pc:sldMk cId="0" sldId="258"/>
            <ac:grpSpMk id="41" creationId="{14CC2986-32F1-D1E0-827A-21D415722C1D}"/>
          </ac:grpSpMkLst>
        </pc:grpChg>
        <pc:picChg chg="mod">
          <ac:chgData name="Mohana Sre" userId="7c83c5e60cc6ba59" providerId="LiveId" clId="{9421FC39-C4F6-489B-9129-BCAB5B92A5DA}" dt="2026-08-29T04:56:07.860" v="2418" actId="207"/>
          <ac:picMkLst>
            <pc:docMk/>
            <pc:sldMk cId="0" sldId="258"/>
            <ac:picMk id="30" creationId="{00000000-0000-0000-0000-000000000000}"/>
          </ac:picMkLst>
        </pc:picChg>
        <pc:picChg chg="mod">
          <ac:chgData name="Mohana Sre" userId="7c83c5e60cc6ba59" providerId="LiveId" clId="{9421FC39-C4F6-489B-9129-BCAB5B92A5DA}" dt="2026-08-29T04:56:02.244" v="2416" actId="207"/>
          <ac:picMkLst>
            <pc:docMk/>
            <pc:sldMk cId="0" sldId="258"/>
            <ac:picMk id="31" creationId="{00000000-0000-0000-0000-000000000000}"/>
          </ac:picMkLst>
        </pc:picChg>
        <pc:picChg chg="mod">
          <ac:chgData name="Mohana Sre" userId="7c83c5e60cc6ba59" providerId="LiveId" clId="{9421FC39-C4F6-489B-9129-BCAB5B92A5DA}" dt="2026-08-29T04:55:59.302" v="2415" actId="207"/>
          <ac:picMkLst>
            <pc:docMk/>
            <pc:sldMk cId="0" sldId="258"/>
            <ac:picMk id="32" creationId="{00000000-0000-0000-0000-000000000000}"/>
          </ac:picMkLst>
        </pc:picChg>
        <pc:picChg chg="add mod">
          <ac:chgData name="Mohana Sre" userId="7c83c5e60cc6ba59" providerId="LiveId" clId="{9421FC39-C4F6-489B-9129-BCAB5B92A5DA}" dt="2026-08-29T03:55:11.242" v="1662"/>
          <ac:picMkLst>
            <pc:docMk/>
            <pc:sldMk cId="0" sldId="258"/>
            <ac:picMk id="36" creationId="{05B39EAD-C151-AE7C-7AD2-764D4EF39E3D}"/>
          </ac:picMkLst>
        </pc:picChg>
        <pc:picChg chg="add del mod">
          <ac:chgData name="Mohana Sre" userId="7c83c5e60cc6ba59" providerId="LiveId" clId="{9421FC39-C4F6-489B-9129-BCAB5B92A5DA}" dt="2026-08-29T03:59:58.206" v="1675" actId="478"/>
          <ac:picMkLst>
            <pc:docMk/>
            <pc:sldMk cId="0" sldId="258"/>
            <ac:picMk id="40" creationId="{155D7D81-ACD5-ABCC-D92A-4D1CB1A1CB8E}"/>
          </ac:picMkLst>
        </pc:picChg>
        <pc:picChg chg="add mod">
          <ac:chgData name="Mohana Sre" userId="7c83c5e60cc6ba59" providerId="LiveId" clId="{9421FC39-C4F6-489B-9129-BCAB5B92A5DA}" dt="2026-08-29T04:00:46.582" v="1685" actId="1076"/>
          <ac:picMkLst>
            <pc:docMk/>
            <pc:sldMk cId="0" sldId="258"/>
            <ac:picMk id="42" creationId="{F4EA1DA8-623D-7072-DA52-1827E77B2424}"/>
          </ac:picMkLst>
        </pc:picChg>
        <pc:picChg chg="add mod">
          <ac:chgData name="Mohana Sre" userId="7c83c5e60cc6ba59" providerId="LiveId" clId="{9421FC39-C4F6-489B-9129-BCAB5B92A5DA}" dt="2026-08-29T04:01:28.712" v="1695" actId="1076"/>
          <ac:picMkLst>
            <pc:docMk/>
            <pc:sldMk cId="0" sldId="258"/>
            <ac:picMk id="44" creationId="{D4D6AF6C-4461-C937-C4D5-C44CDABA5D52}"/>
          </ac:picMkLst>
        </pc:picChg>
        <pc:picChg chg="add mod">
          <ac:chgData name="Mohana Sre" userId="7c83c5e60cc6ba59" providerId="LiveId" clId="{9421FC39-C4F6-489B-9129-BCAB5B92A5DA}" dt="2026-08-29T04:06:31.248" v="1801" actId="1076"/>
          <ac:picMkLst>
            <pc:docMk/>
            <pc:sldMk cId="0" sldId="258"/>
            <ac:picMk id="46" creationId="{29E1623C-D389-6384-67D7-066C48EC17E5}"/>
          </ac:picMkLst>
        </pc:picChg>
        <pc:picChg chg="add mod">
          <ac:chgData name="Mohana Sre" userId="7c83c5e60cc6ba59" providerId="LiveId" clId="{9421FC39-C4F6-489B-9129-BCAB5B92A5DA}" dt="2026-08-29T04:07:58.472" v="1818" actId="14100"/>
          <ac:picMkLst>
            <pc:docMk/>
            <pc:sldMk cId="0" sldId="258"/>
            <ac:picMk id="48" creationId="{AA3F8532-B782-FE2A-D7C9-54BBDAA1A44B}"/>
          </ac:picMkLst>
        </pc:picChg>
      </pc:sldChg>
      <pc:sldChg chg="addSp delSp modSp mod">
        <pc:chgData name="Mohana Sre" userId="7c83c5e60cc6ba59" providerId="LiveId" clId="{9421FC39-C4F6-489B-9129-BCAB5B92A5DA}" dt="2026-08-29T05:18:12.823" v="2534" actId="2711"/>
        <pc:sldMkLst>
          <pc:docMk/>
          <pc:sldMk cId="0" sldId="259"/>
        </pc:sldMkLst>
        <pc:spChg chg="mod">
          <ac:chgData name="Mohana Sre" userId="7c83c5e60cc6ba59" providerId="LiveId" clId="{9421FC39-C4F6-489B-9129-BCAB5B92A5DA}" dt="2026-08-29T05:16:57.520" v="2529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Mohana Sre" userId="7c83c5e60cc6ba59" providerId="LiveId" clId="{9421FC39-C4F6-489B-9129-BCAB5B92A5DA}" dt="2026-08-28T16:03:23.307" v="1204" actId="6549"/>
          <ac:spMkLst>
            <pc:docMk/>
            <pc:sldMk cId="0" sldId="259"/>
            <ac:spMk id="3" creationId="{00000000-0000-0000-0000-000000000000}"/>
          </ac:spMkLst>
        </pc:spChg>
        <pc:spChg chg="mod">
          <ac:chgData name="Mohana Sre" userId="7c83c5e60cc6ba59" providerId="LiveId" clId="{9421FC39-C4F6-489B-9129-BCAB5B92A5DA}" dt="2026-08-28T16:03:26.380" v="1205" actId="6549"/>
          <ac:spMkLst>
            <pc:docMk/>
            <pc:sldMk cId="0" sldId="259"/>
            <ac:spMk id="4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8:15.976" v="2043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Mohana Sre" userId="7c83c5e60cc6ba59" providerId="LiveId" clId="{9421FC39-C4F6-489B-9129-BCAB5B92A5DA}" dt="2026-08-29T04:57:23.247" v="2432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Mohana Sre" userId="7c83c5e60cc6ba59" providerId="LiveId" clId="{9421FC39-C4F6-489B-9129-BCAB5B92A5DA}" dt="2026-08-29T04:30:04.315" v="2068" actId="164"/>
          <ac:spMkLst>
            <pc:docMk/>
            <pc:sldMk cId="0" sldId="259"/>
            <ac:spMk id="7" creationId="{00000000-0000-0000-0000-000000000000}"/>
          </ac:spMkLst>
        </pc:spChg>
        <pc:spChg chg="mod">
          <ac:chgData name="Mohana Sre" userId="7c83c5e60cc6ba59" providerId="LiveId" clId="{9421FC39-C4F6-489B-9129-BCAB5B92A5DA}" dt="2026-08-29T04:56:59.060" v="2424" actId="404"/>
          <ac:spMkLst>
            <pc:docMk/>
            <pc:sldMk cId="0" sldId="259"/>
            <ac:spMk id="8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33.406" v="629" actId="6549"/>
          <ac:spMkLst>
            <pc:docMk/>
            <pc:sldMk cId="0" sldId="259"/>
            <ac:spMk id="10" creationId="{00000000-0000-0000-0000-000000000000}"/>
          </ac:spMkLst>
        </pc:spChg>
        <pc:spChg chg="del">
          <ac:chgData name="Mohana Sre" userId="7c83c5e60cc6ba59" providerId="LiveId" clId="{9421FC39-C4F6-489B-9129-BCAB5B92A5DA}" dt="2026-08-28T15:13:26.716" v="643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Mohana Sre" userId="7c83c5e60cc6ba59" providerId="LiveId" clId="{9421FC39-C4F6-489B-9129-BCAB5B92A5DA}" dt="2026-08-28T15:13:24.116" v="642" actId="478"/>
          <ac:spMkLst>
            <pc:docMk/>
            <pc:sldMk cId="0" sldId="259"/>
            <ac:spMk id="12" creationId="{00000000-0000-0000-0000-000000000000}"/>
          </ac:spMkLst>
        </pc:spChg>
        <pc:spChg chg="add mod">
          <ac:chgData name="Mohana Sre" userId="7c83c5e60cc6ba59" providerId="LiveId" clId="{9421FC39-C4F6-489B-9129-BCAB5B92A5DA}" dt="2026-08-29T05:18:12.823" v="2534" actId="2711"/>
          <ac:spMkLst>
            <pc:docMk/>
            <pc:sldMk cId="0" sldId="259"/>
            <ac:spMk id="12" creationId="{1490D9F2-9DC5-6B62-BC6A-B4F10BB7B688}"/>
          </ac:spMkLst>
        </pc:spChg>
        <pc:spChg chg="del">
          <ac:chgData name="Mohana Sre" userId="7c83c5e60cc6ba59" providerId="LiveId" clId="{9421FC39-C4F6-489B-9129-BCAB5B92A5DA}" dt="2026-08-28T15:13:29.840" v="644" actId="47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38.872" v="631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20.510" v="625" actId="6549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25.976" v="627" actId="6549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01.514" v="619" actId="6549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04.663" v="620" actId="6549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07.257" v="621" actId="6549"/>
          <ac:spMkLst>
            <pc:docMk/>
            <pc:sldMk cId="0" sldId="259"/>
            <ac:spMk id="20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09.891" v="622" actId="6549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12.774" v="623" actId="6549"/>
          <ac:spMkLst>
            <pc:docMk/>
            <pc:sldMk cId="0" sldId="259"/>
            <ac:spMk id="22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36.180" v="630" actId="6549"/>
          <ac:spMkLst>
            <pc:docMk/>
            <pc:sldMk cId="0" sldId="259"/>
            <ac:spMk id="2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1:28.920" v="628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8:51.166" v="2047" actId="6549"/>
          <ac:spMkLst>
            <pc:docMk/>
            <pc:sldMk cId="0" sldId="259"/>
            <ac:spMk id="26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8:55.990" v="2049" actId="6549"/>
          <ac:spMkLst>
            <pc:docMk/>
            <pc:sldMk cId="0" sldId="259"/>
            <ac:spMk id="27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8:58.945" v="2050" actId="6549"/>
          <ac:spMkLst>
            <pc:docMk/>
            <pc:sldMk cId="0" sldId="259"/>
            <ac:spMk id="28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9:03.226" v="2052" actId="6549"/>
          <ac:spMkLst>
            <pc:docMk/>
            <pc:sldMk cId="0" sldId="259"/>
            <ac:spMk id="29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9:18.250" v="2059" actId="6549"/>
          <ac:spMkLst>
            <pc:docMk/>
            <pc:sldMk cId="0" sldId="259"/>
            <ac:spMk id="31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9:15.821" v="2058" actId="6549"/>
          <ac:spMkLst>
            <pc:docMk/>
            <pc:sldMk cId="0" sldId="259"/>
            <ac:spMk id="32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9:11.346" v="2053" actId="6549"/>
          <ac:spMkLst>
            <pc:docMk/>
            <pc:sldMk cId="0" sldId="259"/>
            <ac:spMk id="3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4:02.287" v="651" actId="6549"/>
          <ac:spMkLst>
            <pc:docMk/>
            <pc:sldMk cId="0" sldId="259"/>
            <ac:spMk id="3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4:05.042" v="652" actId="6549"/>
          <ac:spMkLst>
            <pc:docMk/>
            <pc:sldMk cId="0" sldId="259"/>
            <ac:spMk id="35" creationId="{00000000-0000-0000-0000-000000000000}"/>
          </ac:spMkLst>
        </pc:spChg>
        <pc:spChg chg="add mod">
          <ac:chgData name="Mohana Sre" userId="7c83c5e60cc6ba59" providerId="LiveId" clId="{9421FC39-C4F6-489B-9129-BCAB5B92A5DA}" dt="2026-08-29T04:09:03.882" v="1824" actId="207"/>
          <ac:spMkLst>
            <pc:docMk/>
            <pc:sldMk cId="0" sldId="259"/>
            <ac:spMk id="41" creationId="{C887CED1-4E9B-0E86-257B-FB10BC057FCD}"/>
          </ac:spMkLst>
        </pc:spChg>
        <pc:grpChg chg="add mod">
          <ac:chgData name="Mohana Sre" userId="7c83c5e60cc6ba59" providerId="LiveId" clId="{9421FC39-C4F6-489B-9129-BCAB5B92A5DA}" dt="2026-08-29T04:57:43.748" v="2437" actId="14100"/>
          <ac:grpSpMkLst>
            <pc:docMk/>
            <pc:sldMk cId="0" sldId="259"/>
            <ac:grpSpMk id="11" creationId="{7278BEC9-8449-459C-1941-BDC2A11C96CD}"/>
          </ac:grpSpMkLst>
        </pc:grpChg>
        <pc:graphicFrameChg chg="add mod">
          <ac:chgData name="Mohana Sre" userId="7c83c5e60cc6ba59" providerId="LiveId" clId="{9421FC39-C4F6-489B-9129-BCAB5B92A5DA}" dt="2026-08-29T05:16:39.205" v="2527" actId="14100"/>
          <ac:graphicFrameMkLst>
            <pc:docMk/>
            <pc:sldMk cId="0" sldId="259"/>
            <ac:graphicFrameMk id="39" creationId="{0993AEB0-8971-4849-B4F9-C3D3A7788073}"/>
          </ac:graphicFrameMkLst>
        </pc:graphicFrameChg>
        <pc:picChg chg="add del">
          <ac:chgData name="Mohana Sre" userId="7c83c5e60cc6ba59" providerId="LiveId" clId="{9421FC39-C4F6-489B-9129-BCAB5B92A5DA}" dt="2026-08-28T15:10:57.295" v="618" actId="478"/>
          <ac:picMkLst>
            <pc:docMk/>
            <pc:sldMk cId="0" sldId="259"/>
            <ac:picMk id="17" creationId="{00000000-0000-0000-0000-000000000000}"/>
          </ac:picMkLst>
        </pc:picChg>
        <pc:picChg chg="del">
          <ac:chgData name="Mohana Sre" userId="7c83c5e60cc6ba59" providerId="LiveId" clId="{9421FC39-C4F6-489B-9129-BCAB5B92A5DA}" dt="2026-08-28T15:11:43.903" v="632" actId="478"/>
          <ac:picMkLst>
            <pc:docMk/>
            <pc:sldMk cId="0" sldId="259"/>
            <ac:picMk id="36" creationId="{00000000-0000-0000-0000-000000000000}"/>
          </ac:picMkLst>
        </pc:picChg>
        <pc:picChg chg="del">
          <ac:chgData name="Mohana Sre" userId="7c83c5e60cc6ba59" providerId="LiveId" clId="{9421FC39-C4F6-489B-9129-BCAB5B92A5DA}" dt="2026-08-29T04:29:32.535" v="2063" actId="478"/>
          <ac:picMkLst>
            <pc:docMk/>
            <pc:sldMk cId="0" sldId="259"/>
            <ac:picMk id="37" creationId="{00000000-0000-0000-0000-000000000000}"/>
          </ac:picMkLst>
        </pc:picChg>
        <pc:picChg chg="del">
          <ac:chgData name="Mohana Sre" userId="7c83c5e60cc6ba59" providerId="LiveId" clId="{9421FC39-C4F6-489B-9129-BCAB5B92A5DA}" dt="2026-08-29T04:29:24.804" v="2061" actId="478"/>
          <ac:picMkLst>
            <pc:docMk/>
            <pc:sldMk cId="0" sldId="259"/>
            <ac:picMk id="38" creationId="{00000000-0000-0000-0000-000000000000}"/>
          </ac:picMkLst>
        </pc:picChg>
      </pc:sldChg>
      <pc:sldChg chg="addSp delSp modSp mod">
        <pc:chgData name="Mohana Sre" userId="7c83c5e60cc6ba59" providerId="LiveId" clId="{9421FC39-C4F6-489B-9129-BCAB5B92A5DA}" dt="2026-08-29T05:23:50.054" v="2596" actId="14100"/>
        <pc:sldMkLst>
          <pc:docMk/>
          <pc:sldMk cId="0" sldId="260"/>
        </pc:sldMkLst>
        <pc:spChg chg="mod">
          <ac:chgData name="Mohana Sre" userId="7c83c5e60cc6ba59" providerId="LiveId" clId="{9421FC39-C4F6-489B-9129-BCAB5B92A5DA}" dt="2026-08-29T05:21:22.338" v="2551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56.342" v="742" actId="6549"/>
          <ac:spMkLst>
            <pc:docMk/>
            <pc:sldMk cId="0" sldId="260"/>
            <ac:spMk id="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59.989" v="743" actId="6549"/>
          <ac:spMkLst>
            <pc:docMk/>
            <pc:sldMk cId="0" sldId="260"/>
            <ac:spMk id="5" creationId="{00000000-0000-0000-0000-000000000000}"/>
          </ac:spMkLst>
        </pc:spChg>
        <pc:spChg chg="mod">
          <ac:chgData name="Mohana Sre" userId="7c83c5e60cc6ba59" providerId="LiveId" clId="{9421FC39-C4F6-489B-9129-BCAB5B92A5DA}" dt="2026-08-29T05:21:27.925" v="2568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Mohana Sre" userId="7c83c5e60cc6ba59" providerId="LiveId" clId="{9421FC39-C4F6-489B-9129-BCAB5B92A5DA}" dt="2026-08-29T05:23:20.394" v="2589" actId="5793"/>
          <ac:spMkLst>
            <pc:docMk/>
            <pc:sldMk cId="0" sldId="260"/>
            <ac:spMk id="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0:21.817" v="694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4.675" v="724" actId="16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20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4.675" v="724" actId="164"/>
          <ac:spMkLst>
            <pc:docMk/>
            <pc:sldMk cId="0" sldId="260"/>
            <ac:spMk id="21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4.675" v="724" actId="164"/>
          <ac:spMkLst>
            <pc:docMk/>
            <pc:sldMk cId="0" sldId="260"/>
            <ac:spMk id="22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2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6.352" v="725" actId="164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4.675" v="724" actId="164"/>
          <ac:spMkLst>
            <pc:docMk/>
            <pc:sldMk cId="0" sldId="260"/>
            <ac:spMk id="28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2:34.675" v="724" actId="164"/>
          <ac:spMkLst>
            <pc:docMk/>
            <pc:sldMk cId="0" sldId="260"/>
            <ac:spMk id="29" creationId="{00000000-0000-0000-0000-000000000000}"/>
          </ac:spMkLst>
        </pc:spChg>
        <pc:spChg chg="add del mod">
          <ac:chgData name="Mohana Sre" userId="7c83c5e60cc6ba59" providerId="LiveId" clId="{9421FC39-C4F6-489B-9129-BCAB5B92A5DA}" dt="2026-08-28T15:15:12.046" v="658" actId="164"/>
          <ac:spMkLst>
            <pc:docMk/>
            <pc:sldMk cId="0" sldId="260"/>
            <ac:spMk id="30" creationId="{00000000-0000-0000-0000-000000000000}"/>
          </ac:spMkLst>
        </pc:spChg>
        <pc:spChg chg="add mod">
          <ac:chgData name="Mohana Sre" userId="7c83c5e60cc6ba59" providerId="LiveId" clId="{9421FC39-C4F6-489B-9129-BCAB5B92A5DA}" dt="2026-08-29T05:23:31.858" v="2592" actId="122"/>
          <ac:spMkLst>
            <pc:docMk/>
            <pc:sldMk cId="0" sldId="260"/>
            <ac:spMk id="30" creationId="{CE4B977E-A7E6-A84B-C1D5-60D8A3E5FEE8}"/>
          </ac:spMkLst>
        </pc:spChg>
        <pc:spChg chg="mod">
          <ac:chgData name="Mohana Sre" userId="7c83c5e60cc6ba59" providerId="LiveId" clId="{9421FC39-C4F6-489B-9129-BCAB5B92A5DA}" dt="2026-08-28T15:15:12.046" v="658" actId="164"/>
          <ac:spMkLst>
            <pc:docMk/>
            <pc:sldMk cId="0" sldId="260"/>
            <ac:spMk id="31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5:12.046" v="658" actId="164"/>
          <ac:spMkLst>
            <pc:docMk/>
            <pc:sldMk cId="0" sldId="260"/>
            <ac:spMk id="32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5:12.046" v="658" actId="164"/>
          <ac:spMkLst>
            <pc:docMk/>
            <pc:sldMk cId="0" sldId="260"/>
            <ac:spMk id="3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9:30.274" v="682" actId="164"/>
          <ac:spMkLst>
            <pc:docMk/>
            <pc:sldMk cId="0" sldId="260"/>
            <ac:spMk id="3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9:30.274" v="682" actId="164"/>
          <ac:spMkLst>
            <pc:docMk/>
            <pc:sldMk cId="0" sldId="260"/>
            <ac:spMk id="35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9:30.274" v="682" actId="164"/>
          <ac:spMkLst>
            <pc:docMk/>
            <pc:sldMk cId="0" sldId="260"/>
            <ac:spMk id="36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9:30.274" v="682" actId="164"/>
          <ac:spMkLst>
            <pc:docMk/>
            <pc:sldMk cId="0" sldId="260"/>
            <ac:spMk id="3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9:30.274" v="682" actId="164"/>
          <ac:spMkLst>
            <pc:docMk/>
            <pc:sldMk cId="0" sldId="260"/>
            <ac:spMk id="38" creationId="{00000000-0000-0000-0000-000000000000}"/>
          </ac:spMkLst>
        </pc:spChg>
        <pc:spChg chg="mod">
          <ac:chgData name="Mohana Sre" userId="7c83c5e60cc6ba59" providerId="LiveId" clId="{9421FC39-C4F6-489B-9129-BCAB5B92A5DA}" dt="2026-08-28T14:32:55.494" v="396" actId="20577"/>
          <ac:spMkLst>
            <pc:docMk/>
            <pc:sldMk cId="0" sldId="260"/>
            <ac:spMk id="39" creationId="{00000000-0000-0000-0000-000000000000}"/>
          </ac:spMkLst>
        </pc:spChg>
        <pc:spChg chg="mod">
          <ac:chgData name="Mohana Sre" userId="7c83c5e60cc6ba59" providerId="LiveId" clId="{9421FC39-C4F6-489B-9129-BCAB5B92A5DA}" dt="2026-08-28T14:18:22.430" v="193" actId="20577"/>
          <ac:spMkLst>
            <pc:docMk/>
            <pc:sldMk cId="0" sldId="260"/>
            <ac:spMk id="40" creationId="{00000000-0000-0000-0000-000000000000}"/>
          </ac:spMkLst>
        </pc:spChg>
        <pc:spChg chg="add del mod">
          <ac:chgData name="Mohana Sre" userId="7c83c5e60cc6ba59" providerId="LiveId" clId="{9421FC39-C4F6-489B-9129-BCAB5B92A5DA}" dt="2026-08-28T14:19:04.660" v="199"/>
          <ac:spMkLst>
            <pc:docMk/>
            <pc:sldMk cId="0" sldId="260"/>
            <ac:spMk id="42" creationId="{F76F5481-E97A-D714-D1BF-CE71B8F553E7}"/>
          </ac:spMkLst>
        </pc:spChg>
        <pc:grpChg chg="add del mod">
          <ac:chgData name="Mohana Sre" userId="7c83c5e60cc6ba59" providerId="LiveId" clId="{9421FC39-C4F6-489B-9129-BCAB5B92A5DA}" dt="2026-08-28T15:15:13.188" v="659" actId="21"/>
          <ac:grpSpMkLst>
            <pc:docMk/>
            <pc:sldMk cId="0" sldId="260"/>
            <ac:grpSpMk id="42" creationId="{9F3B5966-539A-F2D4-94C0-C2F04B0851B6}"/>
          </ac:grpSpMkLst>
        </pc:grpChg>
        <pc:grpChg chg="add del mod">
          <ac:chgData name="Mohana Sre" userId="7c83c5e60cc6ba59" providerId="LiveId" clId="{9421FC39-C4F6-489B-9129-BCAB5B92A5DA}" dt="2026-08-28T15:19:31.583" v="683" actId="21"/>
          <ac:grpSpMkLst>
            <pc:docMk/>
            <pc:sldMk cId="0" sldId="260"/>
            <ac:grpSpMk id="43" creationId="{8E5356C3-EA1E-6D2A-14D4-718273B2F5EA}"/>
          </ac:grpSpMkLst>
        </pc:grpChg>
        <pc:grpChg chg="mod">
          <ac:chgData name="Mohana Sre" userId="7c83c5e60cc6ba59" providerId="LiveId" clId="{9421FC39-C4F6-489B-9129-BCAB5B92A5DA}" dt="2026-08-29T05:23:50.054" v="2596" actId="14100"/>
          <ac:grpSpMkLst>
            <pc:docMk/>
            <pc:sldMk cId="0" sldId="260"/>
            <ac:grpSpMk id="44" creationId="{92320ABD-730D-1339-F3D1-BC53AA426804}"/>
          </ac:grpSpMkLst>
        </pc:grpChg>
        <pc:graphicFrameChg chg="add mod">
          <ac:chgData name="Mohana Sre" userId="7c83c5e60cc6ba59" providerId="LiveId" clId="{9421FC39-C4F6-489B-9129-BCAB5B92A5DA}" dt="2026-08-29T05:23:45.300" v="2595" actId="14100"/>
          <ac:graphicFrameMkLst>
            <pc:docMk/>
            <pc:sldMk cId="0" sldId="260"/>
            <ac:graphicFrameMk id="45" creationId="{41631E8A-336F-4F40-9D3C-D57AE392EB6C}"/>
          </ac:graphicFrameMkLst>
        </pc:graphicFrameChg>
      </pc:sldChg>
      <pc:sldChg chg="addSp delSp modSp mod">
        <pc:chgData name="Mohana Sre" userId="7c83c5e60cc6ba59" providerId="LiveId" clId="{9421FC39-C4F6-489B-9129-BCAB5B92A5DA}" dt="2026-08-29T04:58:09.563" v="2438" actId="207"/>
        <pc:sldMkLst>
          <pc:docMk/>
          <pc:sldMk cId="0" sldId="261"/>
        </pc:sldMkLst>
        <pc:spChg chg="mod">
          <ac:chgData name="Mohana Sre" userId="7c83c5e60cc6ba59" providerId="LiveId" clId="{9421FC39-C4F6-489B-9129-BCAB5B92A5DA}" dt="2026-08-29T04:09:32.537" v="1829" actId="207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Mohana Sre" userId="7c83c5e60cc6ba59" providerId="LiveId" clId="{9421FC39-C4F6-489B-9129-BCAB5B92A5DA}" dt="2026-08-28T16:11:01.287" v="1308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39:53.945" v="980" actId="6549"/>
          <ac:spMkLst>
            <pc:docMk/>
            <pc:sldMk cId="0" sldId="261"/>
            <ac:spMk id="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39:59.455" v="982" actId="6549"/>
          <ac:spMkLst>
            <pc:docMk/>
            <pc:sldMk cId="0" sldId="261"/>
            <ac:spMk id="5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5:13.450" v="2023" actId="207"/>
          <ac:spMkLst>
            <pc:docMk/>
            <pc:sldMk cId="0" sldId="261"/>
            <ac:spMk id="6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6:56.297" v="1053" actId="6549"/>
          <ac:spMkLst>
            <pc:docMk/>
            <pc:sldMk cId="0" sldId="261"/>
            <ac:spMk id="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2:28.460" v="994" actId="164"/>
          <ac:spMkLst>
            <pc:docMk/>
            <pc:sldMk cId="0" sldId="261"/>
            <ac:spMk id="8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2:28.460" v="994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2:28.460" v="994" actId="16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0:35.337" v="213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2:28.460" v="994" actId="164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0:48.105" v="215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1:22.130" v="220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0:57.163" v="216" actId="16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0:57.163" v="216" actId="16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2:28.460" v="994" actId="164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2:00.688" v="229" actId="1076"/>
          <ac:spMkLst>
            <pc:docMk/>
            <pc:sldMk cId="0" sldId="261"/>
            <ac:spMk id="18" creationId="{00000000-0000-0000-0000-000000000000}"/>
          </ac:spMkLst>
        </pc:spChg>
        <pc:spChg chg="del">
          <ac:chgData name="Mohana Sre" userId="7c83c5e60cc6ba59" providerId="LiveId" clId="{9421FC39-C4F6-489B-9129-BCAB5B92A5DA}" dt="2026-08-28T14:21:52.109" v="227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Mohana Sre" userId="7c83c5e60cc6ba59" providerId="LiveId" clId="{9421FC39-C4F6-489B-9129-BCAB5B92A5DA}" dt="2026-08-28T14:21:54.138" v="228" actId="478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2:28.460" v="994" actId="16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2:28.460" v="994" actId="164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2:34.246" v="238" actId="2057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2:31.301" v="236" actId="164"/>
          <ac:spMkLst>
            <pc:docMk/>
            <pc:sldMk cId="0" sldId="261"/>
            <ac:spMk id="2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2:28.460" v="994" actId="164"/>
          <ac:spMkLst>
            <pc:docMk/>
            <pc:sldMk cId="0" sldId="261"/>
            <ac:spMk id="25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2:28.460" v="994" actId="164"/>
          <ac:spMkLst>
            <pc:docMk/>
            <pc:sldMk cId="0" sldId="261"/>
            <ac:spMk id="26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3:03.162" v="242" actId="164"/>
          <ac:spMkLst>
            <pc:docMk/>
            <pc:sldMk cId="0" sldId="261"/>
            <ac:spMk id="27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3:03.162" v="242" actId="164"/>
          <ac:spMkLst>
            <pc:docMk/>
            <pc:sldMk cId="0" sldId="261"/>
            <ac:spMk id="28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7:15.091" v="1057" actId="164"/>
          <ac:spMkLst>
            <pc:docMk/>
            <pc:sldMk cId="0" sldId="261"/>
            <ac:spMk id="29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7:15.091" v="1057" actId="164"/>
          <ac:spMkLst>
            <pc:docMk/>
            <pc:sldMk cId="0" sldId="261"/>
            <ac:spMk id="30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7:15.091" v="1057" actId="164"/>
          <ac:spMkLst>
            <pc:docMk/>
            <pc:sldMk cId="0" sldId="261"/>
            <ac:spMk id="31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4:09.785" v="253" actId="164"/>
          <ac:spMkLst>
            <pc:docMk/>
            <pc:sldMk cId="0" sldId="261"/>
            <ac:spMk id="32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4:09.785" v="253" actId="164"/>
          <ac:spMkLst>
            <pc:docMk/>
            <pc:sldMk cId="0" sldId="261"/>
            <ac:spMk id="33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4:09.785" v="253" actId="164"/>
          <ac:spMkLst>
            <pc:docMk/>
            <pc:sldMk cId="0" sldId="261"/>
            <ac:spMk id="34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4:09.785" v="253" actId="164"/>
          <ac:spMkLst>
            <pc:docMk/>
            <pc:sldMk cId="0" sldId="261"/>
            <ac:spMk id="35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4:09.785" v="253" actId="164"/>
          <ac:spMkLst>
            <pc:docMk/>
            <pc:sldMk cId="0" sldId="261"/>
            <ac:spMk id="36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4:09.785" v="253" actId="164"/>
          <ac:spMkLst>
            <pc:docMk/>
            <pc:sldMk cId="0" sldId="261"/>
            <ac:spMk id="37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4:09.785" v="253" actId="164"/>
          <ac:spMkLst>
            <pc:docMk/>
            <pc:sldMk cId="0" sldId="261"/>
            <ac:spMk id="38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4:09.785" v="253" actId="164"/>
          <ac:spMkLst>
            <pc:docMk/>
            <pc:sldMk cId="0" sldId="261"/>
            <ac:spMk id="39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4:09.785" v="253" actId="164"/>
          <ac:spMkLst>
            <pc:docMk/>
            <pc:sldMk cId="0" sldId="261"/>
            <ac:spMk id="40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7:15.091" v="1057" actId="164"/>
          <ac:spMkLst>
            <pc:docMk/>
            <pc:sldMk cId="0" sldId="261"/>
            <ac:spMk id="41" creationId="{00000000-0000-0000-0000-000000000000}"/>
          </ac:spMkLst>
        </pc:spChg>
        <pc:spChg chg="mod">
          <ac:chgData name="Mohana Sre" userId="7c83c5e60cc6ba59" providerId="LiveId" clId="{9421FC39-C4F6-489B-9129-BCAB5B92A5DA}" dt="2026-08-28T15:47:15.091" v="1057" actId="164"/>
          <ac:spMkLst>
            <pc:docMk/>
            <pc:sldMk cId="0" sldId="261"/>
            <ac:spMk id="42" creationId="{00000000-0000-0000-0000-000000000000}"/>
          </ac:spMkLst>
        </pc:spChg>
        <pc:spChg chg="mod">
          <ac:chgData name="Mohana Sre" userId="7c83c5e60cc6ba59" providerId="LiveId" clId="{9421FC39-C4F6-489B-9129-BCAB5B92A5DA}" dt="2026-08-28T14:33:24.123" v="459" actId="20577"/>
          <ac:spMkLst>
            <pc:docMk/>
            <pc:sldMk cId="0" sldId="261"/>
            <ac:spMk id="43" creationId="{00000000-0000-0000-0000-000000000000}"/>
          </ac:spMkLst>
        </pc:spChg>
        <pc:spChg chg="add mod">
          <ac:chgData name="Mohana Sre" userId="7c83c5e60cc6ba59" providerId="LiveId" clId="{9421FC39-C4F6-489B-9129-BCAB5B92A5DA}" dt="2026-08-28T14:21:37.196" v="223" actId="164"/>
          <ac:spMkLst>
            <pc:docMk/>
            <pc:sldMk cId="0" sldId="261"/>
            <ac:spMk id="47" creationId="{68151226-99DE-6C51-C58C-D9CE3BC10071}"/>
          </ac:spMkLst>
        </pc:spChg>
        <pc:spChg chg="add mod">
          <ac:chgData name="Mohana Sre" userId="7c83c5e60cc6ba59" providerId="LiveId" clId="{9421FC39-C4F6-489B-9129-BCAB5B92A5DA}" dt="2026-08-28T14:21:37.196" v="223" actId="164"/>
          <ac:spMkLst>
            <pc:docMk/>
            <pc:sldMk cId="0" sldId="261"/>
            <ac:spMk id="48" creationId="{B5A3ED9E-7E47-074E-B07D-767399839858}"/>
          </ac:spMkLst>
        </pc:spChg>
        <pc:spChg chg="add del mod">
          <ac:chgData name="Mohana Sre" userId="7c83c5e60cc6ba59" providerId="LiveId" clId="{9421FC39-C4F6-489B-9129-BCAB5B92A5DA}" dt="2026-08-28T15:57:19.643" v="1108"/>
          <ac:spMkLst>
            <pc:docMk/>
            <pc:sldMk cId="0" sldId="261"/>
            <ac:spMk id="53" creationId="{137D232A-1703-C147-3B77-C56676DBBDD1}"/>
          </ac:spMkLst>
        </pc:spChg>
        <pc:spChg chg="add">
          <ac:chgData name="Mohana Sre" userId="7c83c5e60cc6ba59" providerId="LiveId" clId="{9421FC39-C4F6-489B-9129-BCAB5B92A5DA}" dt="2026-08-28T16:11:39.962" v="1314" actId="22"/>
          <ac:spMkLst>
            <pc:docMk/>
            <pc:sldMk cId="0" sldId="261"/>
            <ac:spMk id="55" creationId="{3CEA869C-88EA-9EC3-1D05-2BEF7734E558}"/>
          </ac:spMkLst>
        </pc:spChg>
        <pc:grpChg chg="del">
          <ac:chgData name="Mohana Sre" userId="7c83c5e60cc6ba59" providerId="LiveId" clId="{9421FC39-C4F6-489B-9129-BCAB5B92A5DA}" dt="2026-08-28T15:47:00.282" v="1054" actId="478"/>
          <ac:grpSpMkLst>
            <pc:docMk/>
            <pc:sldMk cId="0" sldId="261"/>
            <ac:grpSpMk id="19" creationId="{56A7D41A-DFCA-0181-35D1-6F1F31253339}"/>
          </ac:grpSpMkLst>
        </pc:grpChg>
        <pc:grpChg chg="add del mod">
          <ac:chgData name="Mohana Sre" userId="7c83c5e60cc6ba59" providerId="LiveId" clId="{9421FC39-C4F6-489B-9129-BCAB5B92A5DA}" dt="2026-08-28T15:50:29.486" v="1069" actId="478"/>
          <ac:grpSpMkLst>
            <pc:docMk/>
            <pc:sldMk cId="0" sldId="261"/>
            <ac:grpSpMk id="20" creationId="{0CCFD63E-E18F-B61B-3ACF-451B00F5DA7D}"/>
          </ac:grpSpMkLst>
        </pc:grpChg>
        <pc:grpChg chg="add mod">
          <ac:chgData name="Mohana Sre" userId="7c83c5e60cc6ba59" providerId="LiveId" clId="{9421FC39-C4F6-489B-9129-BCAB5B92A5DA}" dt="2026-08-28T14:21:09.081" v="219" actId="1076"/>
          <ac:grpSpMkLst>
            <pc:docMk/>
            <pc:sldMk cId="0" sldId="261"/>
            <ac:grpSpMk id="46" creationId="{162A8E76-26CF-F408-679B-98B92ECB59FE}"/>
          </ac:grpSpMkLst>
        </pc:grpChg>
        <pc:grpChg chg="add mod">
          <ac:chgData name="Mohana Sre" userId="7c83c5e60cc6ba59" providerId="LiveId" clId="{9421FC39-C4F6-489B-9129-BCAB5B92A5DA}" dt="2026-08-28T14:21:43.184" v="225" actId="1076"/>
          <ac:grpSpMkLst>
            <pc:docMk/>
            <pc:sldMk cId="0" sldId="261"/>
            <ac:grpSpMk id="49" creationId="{58F22B1F-685B-3767-96A1-78F33DA77E2A}"/>
          </ac:grpSpMkLst>
        </pc:grpChg>
        <pc:grpChg chg="add mod">
          <ac:chgData name="Mohana Sre" userId="7c83c5e60cc6ba59" providerId="LiveId" clId="{9421FC39-C4F6-489B-9129-BCAB5B92A5DA}" dt="2026-08-28T14:22:42.025" v="239" actId="1076"/>
          <ac:grpSpMkLst>
            <pc:docMk/>
            <pc:sldMk cId="0" sldId="261"/>
            <ac:grpSpMk id="50" creationId="{BC7D5FDB-6338-ADC9-C827-D0853BA084F0}"/>
          </ac:grpSpMkLst>
        </pc:grpChg>
        <pc:grpChg chg="add mod">
          <ac:chgData name="Mohana Sre" userId="7c83c5e60cc6ba59" providerId="LiveId" clId="{9421FC39-C4F6-489B-9129-BCAB5B92A5DA}" dt="2026-08-28T14:23:21.906" v="246" actId="1076"/>
          <ac:grpSpMkLst>
            <pc:docMk/>
            <pc:sldMk cId="0" sldId="261"/>
            <ac:grpSpMk id="51" creationId="{F22DCF2F-3EC0-DC28-0BE0-65ADA099D733}"/>
          </ac:grpSpMkLst>
        </pc:grpChg>
        <pc:grpChg chg="add mod">
          <ac:chgData name="Mohana Sre" userId="7c83c5e60cc6ba59" providerId="LiveId" clId="{9421FC39-C4F6-489B-9129-BCAB5B92A5DA}" dt="2026-08-28T15:47:15.091" v="1057" actId="164"/>
          <ac:grpSpMkLst>
            <pc:docMk/>
            <pc:sldMk cId="0" sldId="261"/>
            <ac:grpSpMk id="52" creationId="{DC870A68-5D82-F26C-BE9A-07802173CC9E}"/>
          </ac:grpSpMkLst>
        </pc:grpChg>
        <pc:graphicFrameChg chg="add del mod">
          <ac:chgData name="Mohana Sre" userId="7c83c5e60cc6ba59" providerId="LiveId" clId="{9421FC39-C4F6-489B-9129-BCAB5B92A5DA}" dt="2026-08-28T15:54:37.580" v="1084" actId="478"/>
          <ac:graphicFrameMkLst>
            <pc:docMk/>
            <pc:sldMk cId="0" sldId="261"/>
            <ac:graphicFrameMk id="44" creationId="{0B4F1525-5FC4-4331-B2DB-CC872888514E}"/>
          </ac:graphicFrameMkLst>
        </pc:graphicFrameChg>
        <pc:graphicFrameChg chg="add mod">
          <ac:chgData name="Mohana Sre" userId="7c83c5e60cc6ba59" providerId="LiveId" clId="{9421FC39-C4F6-489B-9129-BCAB5B92A5DA}" dt="2026-08-29T04:58:09.563" v="2438" actId="207"/>
          <ac:graphicFrameMkLst>
            <pc:docMk/>
            <pc:sldMk cId="0" sldId="261"/>
            <ac:graphicFrameMk id="45" creationId="{0255CB8D-13A4-4F4E-874F-D6FB94068C6B}"/>
          </ac:graphicFrameMkLst>
        </pc:graphicFrameChg>
        <pc:picChg chg="del mod">
          <ac:chgData name="Mohana Sre" userId="7c83c5e60cc6ba59" providerId="LiveId" clId="{9421FC39-C4F6-489B-9129-BCAB5B92A5DA}" dt="2026-08-28T14:25:06.649" v="266" actId="478"/>
          <ac:picMkLst>
            <pc:docMk/>
            <pc:sldMk cId="0" sldId="261"/>
            <ac:picMk id="44" creationId="{00000000-0000-0000-0000-000000000000}"/>
          </ac:picMkLst>
        </pc:picChg>
        <pc:picChg chg="del">
          <ac:chgData name="Mohana Sre" userId="7c83c5e60cc6ba59" providerId="LiveId" clId="{9421FC39-C4F6-489B-9129-BCAB5B92A5DA}" dt="2026-08-28T14:33:30.963" v="460" actId="478"/>
          <ac:picMkLst>
            <pc:docMk/>
            <pc:sldMk cId="0" sldId="261"/>
            <ac:picMk id="45" creationId="{00000000-0000-0000-0000-000000000000}"/>
          </ac:picMkLst>
        </pc:picChg>
      </pc:sldChg>
      <pc:sldChg chg="addSp delSp modSp mod ord">
        <pc:chgData name="Mohana Sre" userId="7c83c5e60cc6ba59" providerId="LiveId" clId="{9421FC39-C4F6-489B-9129-BCAB5B92A5DA}" dt="2026-08-29T04:23:57.734" v="1999" actId="207"/>
        <pc:sldMkLst>
          <pc:docMk/>
          <pc:sldMk cId="0" sldId="262"/>
        </pc:sldMkLst>
        <pc:spChg chg="mod">
          <ac:chgData name="Mohana Sre" userId="7c83c5e60cc6ba59" providerId="LiveId" clId="{9421FC39-C4F6-489B-9129-BCAB5B92A5DA}" dt="2026-08-29T04:09:45.565" v="1831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8:04.666" v="1110" actId="6549"/>
          <ac:spMkLst>
            <pc:docMk/>
            <pc:sldMk cId="0" sldId="262"/>
            <ac:spMk id="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8:08.999" v="1111" actId="6549"/>
          <ac:spMkLst>
            <pc:docMk/>
            <pc:sldMk cId="0" sldId="262"/>
            <ac:spMk id="4" creationId="{00000000-0000-0000-0000-000000000000}"/>
          </ac:spMkLst>
        </pc:spChg>
        <pc:spChg chg="mod">
          <ac:chgData name="Mohana Sre" userId="7c83c5e60cc6ba59" providerId="LiveId" clId="{9421FC39-C4F6-489B-9129-BCAB5B92A5DA}" dt="2026-08-29T04:23:57.734" v="1999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8:53.882" v="1116" actId="164"/>
          <ac:spMkLst>
            <pc:docMk/>
            <pc:sldMk cId="0" sldId="262"/>
            <ac:spMk id="6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8:53.882" v="1116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8:53.882" v="1116" actId="164"/>
          <ac:spMkLst>
            <pc:docMk/>
            <pc:sldMk cId="0" sldId="262"/>
            <ac:spMk id="8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8:53.882" v="1116" actId="164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Mohana Sre" userId="7c83c5e60cc6ba59" providerId="LiveId" clId="{9421FC39-C4F6-489B-9129-BCAB5B92A5DA}" dt="2026-08-28T15:59:30.098" v="1123" actId="47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7:26.885" v="279" actId="16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7:26.885" v="279" actId="16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7:26.885" v="279" actId="16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7:26.885" v="279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7:26.885" v="279" actId="164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8:17.435" v="288" actId="164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8:17.435" v="288" actId="164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8:38.824" v="291" actId="164"/>
          <ac:spMkLst>
            <pc:docMk/>
            <pc:sldMk cId="0" sldId="262"/>
            <ac:spMk id="18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8:38.824" v="291" actId="164"/>
          <ac:spMkLst>
            <pc:docMk/>
            <pc:sldMk cId="0" sldId="262"/>
            <ac:spMk id="19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8:59.460" v="293" actId="164"/>
          <ac:spMkLst>
            <pc:docMk/>
            <pc:sldMk cId="0" sldId="262"/>
            <ac:spMk id="20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8:59.460" v="293" actId="164"/>
          <ac:spMkLst>
            <pc:docMk/>
            <pc:sldMk cId="0" sldId="262"/>
            <ac:spMk id="21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9:09.083" v="295" actId="164"/>
          <ac:spMkLst>
            <pc:docMk/>
            <pc:sldMk cId="0" sldId="262"/>
            <ac:spMk id="22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9:09.083" v="295" actId="164"/>
          <ac:spMkLst>
            <pc:docMk/>
            <pc:sldMk cId="0" sldId="262"/>
            <ac:spMk id="23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9:19.239" v="297" actId="164"/>
          <ac:spMkLst>
            <pc:docMk/>
            <pc:sldMk cId="0" sldId="262"/>
            <ac:spMk id="24" creationId="{00000000-0000-0000-0000-000000000000}"/>
          </ac:spMkLst>
        </pc:spChg>
        <pc:spChg chg="mod">
          <ac:chgData name="Mohana Sre" userId="7c83c5e60cc6ba59" providerId="LiveId" clId="{9421FC39-C4F6-489B-9129-BCAB5B92A5DA}" dt="2026-08-28T14:29:19.239" v="297" actId="164"/>
          <ac:spMkLst>
            <pc:docMk/>
            <pc:sldMk cId="0" sldId="262"/>
            <ac:spMk id="25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8:53.882" v="1116" actId="164"/>
          <ac:spMkLst>
            <pc:docMk/>
            <pc:sldMk cId="0" sldId="262"/>
            <ac:spMk id="26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0:51.020" v="1305" actId="164"/>
          <ac:spMkLst>
            <pc:docMk/>
            <pc:sldMk cId="0" sldId="262"/>
            <ac:spMk id="27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4:53.856" v="1889" actId="207"/>
          <ac:spMkLst>
            <pc:docMk/>
            <pc:sldMk cId="0" sldId="262"/>
            <ac:spMk id="28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5:23.458" v="1894" actId="207"/>
          <ac:spMkLst>
            <pc:docMk/>
            <pc:sldMk cId="0" sldId="262"/>
            <ac:spMk id="29" creationId="{00000000-0000-0000-0000-000000000000}"/>
          </ac:spMkLst>
        </pc:spChg>
        <pc:spChg chg="mod">
          <ac:chgData name="Mohana Sre" userId="7c83c5e60cc6ba59" providerId="LiveId" clId="{9421FC39-C4F6-489B-9129-BCAB5B92A5DA}" dt="2026-08-28T14:30:37.045" v="308" actId="164"/>
          <ac:spMkLst>
            <pc:docMk/>
            <pc:sldMk cId="0" sldId="262"/>
            <ac:spMk id="30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4:16.367" v="1883" actId="207"/>
          <ac:spMkLst>
            <pc:docMk/>
            <pc:sldMk cId="0" sldId="262"/>
            <ac:spMk id="31" creationId="{00000000-0000-0000-0000-000000000000}"/>
          </ac:spMkLst>
        </pc:spChg>
        <pc:spChg chg="mod">
          <ac:chgData name="Mohana Sre" userId="7c83c5e60cc6ba59" providerId="LiveId" clId="{9421FC39-C4F6-489B-9129-BCAB5B92A5DA}" dt="2026-08-28T14:30:37.045" v="308" actId="164"/>
          <ac:spMkLst>
            <pc:docMk/>
            <pc:sldMk cId="0" sldId="262"/>
            <ac:spMk id="32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5:08.943" v="1892" actId="207"/>
          <ac:spMkLst>
            <pc:docMk/>
            <pc:sldMk cId="0" sldId="262"/>
            <ac:spMk id="33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4:20.774" v="1884" actId="207"/>
          <ac:spMkLst>
            <pc:docMk/>
            <pc:sldMk cId="0" sldId="262"/>
            <ac:spMk id="34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0:51.020" v="1305" actId="164"/>
          <ac:spMkLst>
            <pc:docMk/>
            <pc:sldMk cId="0" sldId="262"/>
            <ac:spMk id="35" creationId="{00000000-0000-0000-0000-000000000000}"/>
          </ac:spMkLst>
        </pc:spChg>
        <pc:spChg chg="mod">
          <ac:chgData name="Mohana Sre" userId="7c83c5e60cc6ba59" providerId="LiveId" clId="{9421FC39-C4F6-489B-9129-BCAB5B92A5DA}" dt="2026-08-28T14:30:37.045" v="308" actId="164"/>
          <ac:spMkLst>
            <pc:docMk/>
            <pc:sldMk cId="0" sldId="262"/>
            <ac:spMk id="36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4:25.098" v="1885" actId="207"/>
          <ac:spMkLst>
            <pc:docMk/>
            <pc:sldMk cId="0" sldId="262"/>
            <ac:spMk id="37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0:51.020" v="1305" actId="164"/>
          <ac:spMkLst>
            <pc:docMk/>
            <pc:sldMk cId="0" sldId="262"/>
            <ac:spMk id="38" creationId="{00000000-0000-0000-0000-000000000000}"/>
          </ac:spMkLst>
        </pc:spChg>
        <pc:spChg chg="mod">
          <ac:chgData name="Mohana Sre" userId="7c83c5e60cc6ba59" providerId="LiveId" clId="{9421FC39-C4F6-489B-9129-BCAB5B92A5DA}" dt="2026-08-28T14:30:37.045" v="308" actId="164"/>
          <ac:spMkLst>
            <pc:docMk/>
            <pc:sldMk cId="0" sldId="262"/>
            <ac:spMk id="39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4:31.612" v="1886" actId="207"/>
          <ac:spMkLst>
            <pc:docMk/>
            <pc:sldMk cId="0" sldId="262"/>
            <ac:spMk id="40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0:51.020" v="1305" actId="164"/>
          <ac:spMkLst>
            <pc:docMk/>
            <pc:sldMk cId="0" sldId="262"/>
            <ac:spMk id="41" creationId="{00000000-0000-0000-0000-000000000000}"/>
          </ac:spMkLst>
        </pc:spChg>
        <pc:spChg chg="mod">
          <ac:chgData name="Mohana Sre" userId="7c83c5e60cc6ba59" providerId="LiveId" clId="{9421FC39-C4F6-489B-9129-BCAB5B92A5DA}" dt="2026-08-28T14:30:37.045" v="308" actId="164"/>
          <ac:spMkLst>
            <pc:docMk/>
            <pc:sldMk cId="0" sldId="262"/>
            <ac:spMk id="42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4:36.064" v="1887" actId="207"/>
          <ac:spMkLst>
            <pc:docMk/>
            <pc:sldMk cId="0" sldId="262"/>
            <ac:spMk id="43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0:51.020" v="1305" actId="164"/>
          <ac:spMkLst>
            <pc:docMk/>
            <pc:sldMk cId="0" sldId="262"/>
            <ac:spMk id="44" creationId="{00000000-0000-0000-0000-000000000000}"/>
          </ac:spMkLst>
        </pc:spChg>
        <pc:spChg chg="mod">
          <ac:chgData name="Mohana Sre" userId="7c83c5e60cc6ba59" providerId="LiveId" clId="{9421FC39-C4F6-489B-9129-BCAB5B92A5DA}" dt="2026-08-28T14:30:37.045" v="308" actId="164"/>
          <ac:spMkLst>
            <pc:docMk/>
            <pc:sldMk cId="0" sldId="262"/>
            <ac:spMk id="45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4:41.271" v="1888" actId="207"/>
          <ac:spMkLst>
            <pc:docMk/>
            <pc:sldMk cId="0" sldId="262"/>
            <ac:spMk id="46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0:51.020" v="1305" actId="164"/>
          <ac:spMkLst>
            <pc:docMk/>
            <pc:sldMk cId="0" sldId="262"/>
            <ac:spMk id="47" creationId="{00000000-0000-0000-0000-000000000000}"/>
          </ac:spMkLst>
        </pc:spChg>
        <pc:spChg chg="del mod">
          <ac:chgData name="Mohana Sre" userId="7c83c5e60cc6ba59" providerId="LiveId" clId="{9421FC39-C4F6-489B-9129-BCAB5B92A5DA}" dt="2026-08-28T14:31:59.109" v="337" actId="478"/>
          <ac:spMkLst>
            <pc:docMk/>
            <pc:sldMk cId="0" sldId="262"/>
            <ac:spMk id="50" creationId="{00000000-0000-0000-0000-000000000000}"/>
          </ac:spMkLst>
        </pc:spChg>
        <pc:spChg chg="add mod">
          <ac:chgData name="Mohana Sre" userId="7c83c5e60cc6ba59" providerId="LiveId" clId="{9421FC39-C4F6-489B-9129-BCAB5B92A5DA}" dt="2026-08-28T14:30:21.205" v="307" actId="571"/>
          <ac:spMkLst>
            <pc:docMk/>
            <pc:sldMk cId="0" sldId="262"/>
            <ac:spMk id="62" creationId="{4A6100BC-20B3-B82B-BB8F-3C52B342B558}"/>
          </ac:spMkLst>
        </pc:spChg>
        <pc:spChg chg="add">
          <ac:chgData name="Mohana Sre" userId="7c83c5e60cc6ba59" providerId="LiveId" clId="{9421FC39-C4F6-489B-9129-BCAB5B92A5DA}" dt="2026-08-28T16:11:44.176" v="1316" actId="22"/>
          <ac:spMkLst>
            <pc:docMk/>
            <pc:sldMk cId="0" sldId="262"/>
            <ac:spMk id="62" creationId="{D4F090B1-9D9D-4349-A0B1-810CA258FEA4}"/>
          </ac:spMkLst>
        </pc:spChg>
        <pc:spChg chg="add mod">
          <ac:chgData name="Mohana Sre" userId="7c83c5e60cc6ba59" providerId="LiveId" clId="{9421FC39-C4F6-489B-9129-BCAB5B92A5DA}" dt="2026-08-28T14:30:21.205" v="307" actId="571"/>
          <ac:spMkLst>
            <pc:docMk/>
            <pc:sldMk cId="0" sldId="262"/>
            <ac:spMk id="63" creationId="{CBEB7EF6-525F-AB17-CAE9-D5B92FEECD06}"/>
          </ac:spMkLst>
        </pc:spChg>
        <pc:spChg chg="add mod">
          <ac:chgData name="Mohana Sre" userId="7c83c5e60cc6ba59" providerId="LiveId" clId="{9421FC39-C4F6-489B-9129-BCAB5B92A5DA}" dt="2026-08-28T14:30:21.205" v="307" actId="571"/>
          <ac:spMkLst>
            <pc:docMk/>
            <pc:sldMk cId="0" sldId="262"/>
            <ac:spMk id="64" creationId="{69EC0C08-7BEC-F7B4-EEE9-D9EEB9ADE968}"/>
          </ac:spMkLst>
        </pc:spChg>
        <pc:spChg chg="add mod">
          <ac:chgData name="Mohana Sre" userId="7c83c5e60cc6ba59" providerId="LiveId" clId="{9421FC39-C4F6-489B-9129-BCAB5B92A5DA}" dt="2026-08-28T14:30:21.205" v="307" actId="571"/>
          <ac:spMkLst>
            <pc:docMk/>
            <pc:sldMk cId="0" sldId="262"/>
            <ac:spMk id="65" creationId="{A3660AD4-BB84-2978-5287-12F89B6141A4}"/>
          </ac:spMkLst>
        </pc:spChg>
        <pc:spChg chg="add mod">
          <ac:chgData name="Mohana Sre" userId="7c83c5e60cc6ba59" providerId="LiveId" clId="{9421FC39-C4F6-489B-9129-BCAB5B92A5DA}" dt="2026-08-28T14:30:21.205" v="307" actId="571"/>
          <ac:spMkLst>
            <pc:docMk/>
            <pc:sldMk cId="0" sldId="262"/>
            <ac:spMk id="66" creationId="{3A746118-36B2-660F-FB4B-419A6098D27B}"/>
          </ac:spMkLst>
        </pc:spChg>
        <pc:spChg chg="add mod">
          <ac:chgData name="Mohana Sre" userId="7c83c5e60cc6ba59" providerId="LiveId" clId="{9421FC39-C4F6-489B-9129-BCAB5B92A5DA}" dt="2026-08-28T14:30:21.205" v="307" actId="571"/>
          <ac:spMkLst>
            <pc:docMk/>
            <pc:sldMk cId="0" sldId="262"/>
            <ac:spMk id="67" creationId="{DDB2CEE7-80C8-F3E2-772D-956225B64E03}"/>
          </ac:spMkLst>
        </pc:spChg>
        <pc:spChg chg="add mod">
          <ac:chgData name="Mohana Sre" userId="7c83c5e60cc6ba59" providerId="LiveId" clId="{9421FC39-C4F6-489B-9129-BCAB5B92A5DA}" dt="2026-08-28T14:30:21.205" v="307" actId="571"/>
          <ac:spMkLst>
            <pc:docMk/>
            <pc:sldMk cId="0" sldId="262"/>
            <ac:spMk id="68" creationId="{E358BD6D-58B1-7DF0-B2C0-53D5AC27B5F4}"/>
          </ac:spMkLst>
        </pc:spChg>
        <pc:spChg chg="add mod">
          <ac:chgData name="Mohana Sre" userId="7c83c5e60cc6ba59" providerId="LiveId" clId="{9421FC39-C4F6-489B-9129-BCAB5B92A5DA}" dt="2026-08-28T14:30:21.205" v="307" actId="571"/>
          <ac:spMkLst>
            <pc:docMk/>
            <pc:sldMk cId="0" sldId="262"/>
            <ac:spMk id="69" creationId="{527E4CC6-627B-A97C-1C9E-EAC89F7A63FB}"/>
          </ac:spMkLst>
        </pc:spChg>
        <pc:spChg chg="add mod">
          <ac:chgData name="Mohana Sre" userId="7c83c5e60cc6ba59" providerId="LiveId" clId="{9421FC39-C4F6-489B-9129-BCAB5B92A5DA}" dt="2026-08-28T14:30:21.205" v="307" actId="571"/>
          <ac:spMkLst>
            <pc:docMk/>
            <pc:sldMk cId="0" sldId="262"/>
            <ac:spMk id="70" creationId="{546B8F16-2063-E8C4-114C-ACE703706F1B}"/>
          </ac:spMkLst>
        </pc:spChg>
        <pc:grpChg chg="add mod">
          <ac:chgData name="Mohana Sre" userId="7c83c5e60cc6ba59" providerId="LiveId" clId="{9421FC39-C4F6-489B-9129-BCAB5B92A5DA}" dt="2026-08-28T15:59:07.797" v="1117" actId="164"/>
          <ac:grpSpMkLst>
            <pc:docMk/>
            <pc:sldMk cId="0" sldId="262"/>
            <ac:grpSpMk id="50" creationId="{B8E3B6B8-027B-82CC-F22A-2E37528A96F1}"/>
          </ac:grpSpMkLst>
        </pc:grpChg>
        <pc:grpChg chg="add del mod">
          <ac:chgData name="Mohana Sre" userId="7c83c5e60cc6ba59" providerId="LiveId" clId="{9421FC39-C4F6-489B-9129-BCAB5B92A5DA}" dt="2026-08-28T15:59:14.988" v="1118" actId="21"/>
          <ac:grpSpMkLst>
            <pc:docMk/>
            <pc:sldMk cId="0" sldId="262"/>
            <ac:grpSpMk id="53" creationId="{E8A3C95E-2F28-A6B4-55AC-0F5449311B5E}"/>
          </ac:grpSpMkLst>
        </pc:grpChg>
        <pc:grpChg chg="add mod">
          <ac:chgData name="Mohana Sre" userId="7c83c5e60cc6ba59" providerId="LiveId" clId="{9421FC39-C4F6-489B-9129-BCAB5B92A5DA}" dt="2026-08-28T14:26:37.681" v="276" actId="164"/>
          <ac:grpSpMkLst>
            <pc:docMk/>
            <pc:sldMk cId="0" sldId="262"/>
            <ac:grpSpMk id="54" creationId="{DE92F5A8-9DD9-E6E4-8D19-D194F651FDB8}"/>
          </ac:grpSpMkLst>
        </pc:grpChg>
        <pc:grpChg chg="add del mod">
          <ac:chgData name="Mohana Sre" userId="7c83c5e60cc6ba59" providerId="LiveId" clId="{9421FC39-C4F6-489B-9129-BCAB5B92A5DA}" dt="2026-08-29T04:20:48.120" v="1959" actId="478"/>
          <ac:grpSpMkLst>
            <pc:docMk/>
            <pc:sldMk cId="0" sldId="262"/>
            <ac:grpSpMk id="54" creationId="{EB424613-D62F-4BA3-C6F9-371D3571D637}"/>
          </ac:grpSpMkLst>
        </pc:grpChg>
        <pc:grpChg chg="add mod">
          <ac:chgData name="Mohana Sre" userId="7c83c5e60cc6ba59" providerId="LiveId" clId="{9421FC39-C4F6-489B-9129-BCAB5B92A5DA}" dt="2026-08-28T14:26:50.583" v="278" actId="164"/>
          <ac:grpSpMkLst>
            <pc:docMk/>
            <pc:sldMk cId="0" sldId="262"/>
            <ac:grpSpMk id="55" creationId="{AC83D770-3D0C-9E84-29D8-FB86C59F2216}"/>
          </ac:grpSpMkLst>
        </pc:grpChg>
        <pc:grpChg chg="add mod">
          <ac:chgData name="Mohana Sre" userId="7c83c5e60cc6ba59" providerId="LiveId" clId="{9421FC39-C4F6-489B-9129-BCAB5B92A5DA}" dt="2026-08-28T15:58:53.882" v="1116" actId="164"/>
          <ac:grpSpMkLst>
            <pc:docMk/>
            <pc:sldMk cId="0" sldId="262"/>
            <ac:grpSpMk id="56" creationId="{832F657A-4F33-DAE2-B176-3E48C372FF45}"/>
          </ac:grpSpMkLst>
        </pc:grpChg>
        <pc:grpChg chg="add mod">
          <ac:chgData name="Mohana Sre" userId="7c83c5e60cc6ba59" providerId="LiveId" clId="{9421FC39-C4F6-489B-9129-BCAB5B92A5DA}" dt="2026-08-28T15:58:53.882" v="1116" actId="164"/>
          <ac:grpSpMkLst>
            <pc:docMk/>
            <pc:sldMk cId="0" sldId="262"/>
            <ac:grpSpMk id="57" creationId="{516F746F-9A3A-B5E8-ACDE-E259D7C714ED}"/>
          </ac:grpSpMkLst>
        </pc:grpChg>
        <pc:grpChg chg="add mod">
          <ac:chgData name="Mohana Sre" userId="7c83c5e60cc6ba59" providerId="LiveId" clId="{9421FC39-C4F6-489B-9129-BCAB5B92A5DA}" dt="2026-08-28T15:58:53.882" v="1116" actId="164"/>
          <ac:grpSpMkLst>
            <pc:docMk/>
            <pc:sldMk cId="0" sldId="262"/>
            <ac:grpSpMk id="58" creationId="{24DF0476-ADBA-B69C-63B4-F571AD18845C}"/>
          </ac:grpSpMkLst>
        </pc:grpChg>
        <pc:grpChg chg="add mod">
          <ac:chgData name="Mohana Sre" userId="7c83c5e60cc6ba59" providerId="LiveId" clId="{9421FC39-C4F6-489B-9129-BCAB5B92A5DA}" dt="2026-08-28T15:58:53.882" v="1116" actId="164"/>
          <ac:grpSpMkLst>
            <pc:docMk/>
            <pc:sldMk cId="0" sldId="262"/>
            <ac:grpSpMk id="59" creationId="{F550A903-B763-23E8-9CB0-D353471E1652}"/>
          </ac:grpSpMkLst>
        </pc:grpChg>
        <pc:grpChg chg="add mod">
          <ac:chgData name="Mohana Sre" userId="7c83c5e60cc6ba59" providerId="LiveId" clId="{9421FC39-C4F6-489B-9129-BCAB5B92A5DA}" dt="2026-08-28T14:29:13.928" v="296" actId="1076"/>
          <ac:grpSpMkLst>
            <pc:docMk/>
            <pc:sldMk cId="0" sldId="262"/>
            <ac:grpSpMk id="60" creationId="{322E7E1F-21EE-DD62-F53A-D36018C0E5EA}"/>
          </ac:grpSpMkLst>
        </pc:grpChg>
        <pc:grpChg chg="add mod">
          <ac:chgData name="Mohana Sre" userId="7c83c5e60cc6ba59" providerId="LiveId" clId="{9421FC39-C4F6-489B-9129-BCAB5B92A5DA}" dt="2026-08-28T14:29:22.786" v="298" actId="1076"/>
          <ac:grpSpMkLst>
            <pc:docMk/>
            <pc:sldMk cId="0" sldId="262"/>
            <ac:grpSpMk id="61" creationId="{A5918236-60A3-509C-371D-2E84E2EF60D5}"/>
          </ac:grpSpMkLst>
        </pc:grpChg>
        <pc:grpChg chg="mod">
          <ac:chgData name="Mohana Sre" userId="7c83c5e60cc6ba59" providerId="LiveId" clId="{9421FC39-C4F6-489B-9129-BCAB5B92A5DA}" dt="2026-08-28T16:10:51.020" v="1305" actId="164"/>
          <ac:grpSpMkLst>
            <pc:docMk/>
            <pc:sldMk cId="0" sldId="262"/>
            <ac:grpSpMk id="71" creationId="{0D96C207-DE70-C150-9DA1-517E2023C4E0}"/>
          </ac:grpSpMkLst>
        </pc:grpChg>
        <pc:graphicFrameChg chg="add mod">
          <ac:chgData name="Mohana Sre" userId="7c83c5e60cc6ba59" providerId="LiveId" clId="{9421FC39-C4F6-489B-9129-BCAB5B92A5DA}" dt="2026-08-29T04:21:58.639" v="1977" actId="1076"/>
          <ac:graphicFrameMkLst>
            <pc:docMk/>
            <pc:sldMk cId="0" sldId="262"/>
            <ac:graphicFrameMk id="63" creationId="{966CD14B-201D-4061-B515-5A99C585F13B}"/>
          </ac:graphicFrameMkLst>
        </pc:graphicFrameChg>
        <pc:picChg chg="mod">
          <ac:chgData name="Mohana Sre" userId="7c83c5e60cc6ba59" providerId="LiveId" clId="{9421FC39-C4F6-489B-9129-BCAB5B92A5DA}" dt="2026-08-28T15:59:07.797" v="1117" actId="164"/>
          <ac:picMkLst>
            <pc:docMk/>
            <pc:sldMk cId="0" sldId="262"/>
            <ac:picMk id="51" creationId="{00000000-0000-0000-0000-000000000000}"/>
          </ac:picMkLst>
        </pc:picChg>
        <pc:picChg chg="mod">
          <ac:chgData name="Mohana Sre" userId="7c83c5e60cc6ba59" providerId="LiveId" clId="{9421FC39-C4F6-489B-9129-BCAB5B92A5DA}" dt="2026-08-28T14:31:44.882" v="320" actId="14100"/>
          <ac:picMkLst>
            <pc:docMk/>
            <pc:sldMk cId="0" sldId="262"/>
            <ac:picMk id="52" creationId="{00000000-0000-0000-0000-000000000000}"/>
          </ac:picMkLst>
        </pc:picChg>
      </pc:sldChg>
      <pc:sldChg chg="delSp modSp del mod">
        <pc:chgData name="Mohana Sre" userId="7c83c5e60cc6ba59" providerId="LiveId" clId="{9421FC39-C4F6-489B-9129-BCAB5B92A5DA}" dt="2026-08-29T05:03:55.745" v="2441" actId="47"/>
        <pc:sldMkLst>
          <pc:docMk/>
          <pc:sldMk cId="0" sldId="263"/>
        </pc:sldMkLst>
        <pc:spChg chg="del mod">
          <ac:chgData name="Mohana Sre" userId="7c83c5e60cc6ba59" providerId="LiveId" clId="{9421FC39-C4F6-489B-9129-BCAB5B92A5DA}" dt="2026-08-29T05:03:51.758" v="2440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0:03.037" v="1834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46.580" v="1873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4:01.350" v="1329" actId="6549"/>
          <ac:spMkLst>
            <pc:docMk/>
            <pc:sldMk cId="0" sldId="263"/>
            <ac:spMk id="5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26.988" v="1867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24.005" v="1866" actId="2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30.162" v="1868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34.740" v="1870" actId="20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38.635" v="1871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42.846" v="1872" actId="20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20.802" v="1865" actId="20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17.418" v="1864" actId="20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00.113" v="1858" actId="20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07.696" v="1860" actId="20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04.202" v="1859" actId="20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Mohana Sre" userId="7c83c5e60cc6ba59" providerId="LiveId" clId="{9421FC39-C4F6-489B-9129-BCAB5B92A5DA}" dt="2026-08-29T05:03:18.341" v="2439" actId="6549"/>
          <ac:spMkLst>
            <pc:docMk/>
            <pc:sldMk cId="0" sldId="263"/>
            <ac:spMk id="28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1:33.714" v="1853" actId="207"/>
          <ac:spMkLst>
            <pc:docMk/>
            <pc:sldMk cId="0" sldId="263"/>
            <ac:spMk id="29" creationId="{00000000-0000-0000-0000-000000000000}"/>
          </ac:spMkLst>
        </pc:spChg>
        <pc:picChg chg="mod">
          <ac:chgData name="Mohana Sre" userId="7c83c5e60cc6ba59" providerId="LiveId" clId="{9421FC39-C4F6-489B-9129-BCAB5B92A5DA}" dt="2026-08-29T04:11:19.620" v="1850" actId="207"/>
          <ac:picMkLst>
            <pc:docMk/>
            <pc:sldMk cId="0" sldId="263"/>
            <ac:picMk id="30" creationId="{00000000-0000-0000-0000-000000000000}"/>
          </ac:picMkLst>
        </pc:picChg>
        <pc:picChg chg="mod">
          <ac:chgData name="Mohana Sre" userId="7c83c5e60cc6ba59" providerId="LiveId" clId="{9421FC39-C4F6-489B-9129-BCAB5B92A5DA}" dt="2026-08-29T04:11:16.854" v="1849" actId="207"/>
          <ac:picMkLst>
            <pc:docMk/>
            <pc:sldMk cId="0" sldId="263"/>
            <ac:picMk id="31" creationId="{00000000-0000-0000-0000-000000000000}"/>
          </ac:picMkLst>
        </pc:picChg>
        <pc:picChg chg="mod">
          <ac:chgData name="Mohana Sre" userId="7c83c5e60cc6ba59" providerId="LiveId" clId="{9421FC39-C4F6-489B-9129-BCAB5B92A5DA}" dt="2026-08-29T04:11:23.743" v="1851" actId="207"/>
          <ac:picMkLst>
            <pc:docMk/>
            <pc:sldMk cId="0" sldId="263"/>
            <ac:picMk id="32" creationId="{00000000-0000-0000-0000-000000000000}"/>
          </ac:picMkLst>
        </pc:picChg>
        <pc:picChg chg="mod">
          <ac:chgData name="Mohana Sre" userId="7c83c5e60cc6ba59" providerId="LiveId" clId="{9421FC39-C4F6-489B-9129-BCAB5B92A5DA}" dt="2026-08-29T04:11:27.772" v="1852" actId="207"/>
          <ac:picMkLst>
            <pc:docMk/>
            <pc:sldMk cId="0" sldId="263"/>
            <ac:picMk id="33" creationId="{00000000-0000-0000-0000-000000000000}"/>
          </ac:picMkLst>
        </pc:picChg>
      </pc:sldChg>
      <pc:sldChg chg="delSp modSp mod">
        <pc:chgData name="Mohana Sre" userId="7c83c5e60cc6ba59" providerId="LiveId" clId="{9421FC39-C4F6-489B-9129-BCAB5B92A5DA}" dt="2026-08-29T04:13:02.410" v="1876" actId="207"/>
        <pc:sldMkLst>
          <pc:docMk/>
          <pc:sldMk cId="0" sldId="264"/>
        </pc:sldMkLst>
        <pc:spChg chg="mod">
          <ac:chgData name="Mohana Sre" userId="7c83c5e60cc6ba59" providerId="LiveId" clId="{9421FC39-C4F6-489B-9129-BCAB5B92A5DA}" dt="2026-08-29T04:10:19.062" v="1836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0:11.251" v="1835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3:02.410" v="1876" actId="207"/>
          <ac:spMkLst>
            <pc:docMk/>
            <pc:sldMk cId="0" sldId="264"/>
            <ac:spMk id="5" creationId="{00000000-0000-0000-0000-000000000000}"/>
          </ac:spMkLst>
        </pc:spChg>
        <pc:spChg chg="del">
          <ac:chgData name="Mohana Sre" userId="7c83c5e60cc6ba59" providerId="LiveId" clId="{9421FC39-C4F6-489B-9129-BCAB5B92A5DA}" dt="2026-08-28T16:14:16.526" v="1331" actId="478"/>
          <ac:spMkLst>
            <pc:docMk/>
            <pc:sldMk cId="0" sldId="264"/>
            <ac:spMk id="6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4:33.127" v="1334" actId="6549"/>
          <ac:spMkLst>
            <pc:docMk/>
            <pc:sldMk cId="0" sldId="264"/>
            <ac:spMk id="7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4:24.357" v="1333" actId="6549"/>
          <ac:spMkLst>
            <pc:docMk/>
            <pc:sldMk cId="0" sldId="264"/>
            <ac:spMk id="8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55.195" v="1874" actId="207"/>
          <ac:spMkLst>
            <pc:docMk/>
            <pc:sldMk cId="0" sldId="264"/>
            <ac:spMk id="9" creationId="{00000000-0000-0000-0000-000000000000}"/>
          </ac:spMkLst>
        </pc:spChg>
        <pc:spChg chg="mod">
          <ac:chgData name="Mohana Sre" userId="7c83c5e60cc6ba59" providerId="LiveId" clId="{9421FC39-C4F6-489B-9129-BCAB5B92A5DA}" dt="2026-08-29T04:12:57.906" v="1875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5:34.475" v="1356" actId="6549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4:13.210" v="1330" actId="6549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ohana Sre" userId="7c83c5e60cc6ba59" providerId="LiveId" clId="{9421FC39-C4F6-489B-9129-BCAB5B92A5DA}" dt="2026-08-28T16:14:19.174" v="1332" actId="6549"/>
          <ac:spMkLst>
            <pc:docMk/>
            <pc:sldMk cId="0" sldId="264"/>
            <ac:spMk id="13" creationId="{00000000-0000-0000-0000-000000000000}"/>
          </ac:spMkLst>
        </pc:spChg>
      </pc:sldChg>
      <pc:sldChg chg="addSp delSp modSp new mod">
        <pc:chgData name="Mohana Sre" userId="7c83c5e60cc6ba59" providerId="LiveId" clId="{9421FC39-C4F6-489B-9129-BCAB5B92A5DA}" dt="2026-08-29T05:27:12.518" v="2633" actId="20577"/>
        <pc:sldMkLst>
          <pc:docMk/>
          <pc:sldMk cId="2817077388" sldId="265"/>
        </pc:sldMkLst>
        <pc:spChg chg="add del">
          <ac:chgData name="Mohana Sre" userId="7c83c5e60cc6ba59" providerId="LiveId" clId="{9421FC39-C4F6-489B-9129-BCAB5B92A5DA}" dt="2026-08-28T15:15:21.896" v="661" actId="478"/>
          <ac:spMkLst>
            <pc:docMk/>
            <pc:sldMk cId="2817077388" sldId="265"/>
            <ac:spMk id="2" creationId="{789F7F3A-F37B-4A5F-EA56-A7CED1E7A150}"/>
          </ac:spMkLst>
        </pc:spChg>
        <pc:spChg chg="add mod">
          <ac:chgData name="Mohana Sre" userId="7c83c5e60cc6ba59" providerId="LiveId" clId="{9421FC39-C4F6-489B-9129-BCAB5B92A5DA}" dt="2026-08-29T05:27:12.518" v="2633" actId="20577"/>
          <ac:spMkLst>
            <pc:docMk/>
            <pc:sldMk cId="2817077388" sldId="265"/>
            <ac:spMk id="3" creationId="{4D0A58CB-7046-CE9F-38F8-004215704AE4}"/>
          </ac:spMkLst>
        </pc:spChg>
        <pc:spChg chg="add del mod">
          <ac:chgData name="Mohana Sre" userId="7c83c5e60cc6ba59" providerId="LiveId" clId="{9421FC39-C4F6-489B-9129-BCAB5B92A5DA}" dt="2026-08-28T15:15:06.712" v="656" actId="22"/>
          <ac:spMkLst>
            <pc:docMk/>
            <pc:sldMk cId="2817077388" sldId="265"/>
            <ac:spMk id="4" creationId="{9441F1EF-F5C2-A1C4-3AF5-3BEC13CA59BE}"/>
          </ac:spMkLst>
        </pc:spChg>
        <pc:spChg chg="add mod ord">
          <ac:chgData name="Mohana Sre" userId="7c83c5e60cc6ba59" providerId="LiveId" clId="{9421FC39-C4F6-489B-9129-BCAB5B92A5DA}" dt="2026-08-29T05:25:38.226" v="2608" actId="1076"/>
          <ac:spMkLst>
            <pc:docMk/>
            <pc:sldMk cId="2817077388" sldId="265"/>
            <ac:spMk id="5" creationId="{CDFFA2A7-2DBD-BC14-6110-C70C56F1875E}"/>
          </ac:spMkLst>
        </pc:spChg>
        <pc:spChg chg="add del mod">
          <ac:chgData name="Mohana Sre" userId="7c83c5e60cc6ba59" providerId="LiveId" clId="{9421FC39-C4F6-489B-9129-BCAB5B92A5DA}" dt="2026-08-28T15:19:10.188" v="680" actId="478"/>
          <ac:spMkLst>
            <pc:docMk/>
            <pc:sldMk cId="2817077388" sldId="265"/>
            <ac:spMk id="6" creationId="{EB63AECA-D6DE-6D1D-AB14-43CF56028168}"/>
          </ac:spMkLst>
        </pc:spChg>
        <pc:spChg chg="add">
          <ac:chgData name="Mohana Sre" userId="7c83c5e60cc6ba59" providerId="LiveId" clId="{9421FC39-C4F6-489B-9129-BCAB5B92A5DA}" dt="2026-08-28T15:19:11.337" v="681" actId="22"/>
          <ac:spMkLst>
            <pc:docMk/>
            <pc:sldMk cId="2817077388" sldId="265"/>
            <ac:spMk id="8" creationId="{10217259-607B-0259-AAEA-8C37482302D9}"/>
          </ac:spMkLst>
        </pc:spChg>
        <pc:spChg chg="add del mod">
          <ac:chgData name="Mohana Sre" userId="7c83c5e60cc6ba59" providerId="LiveId" clId="{9421FC39-C4F6-489B-9129-BCAB5B92A5DA}" dt="2026-08-28T15:25:03.190" v="791"/>
          <ac:spMkLst>
            <pc:docMk/>
            <pc:sldMk cId="2817077388" sldId="265"/>
            <ac:spMk id="9" creationId="{2D0507DF-7DAC-7889-C0CE-8E46024B12DB}"/>
          </ac:spMkLst>
        </pc:spChg>
        <pc:spChg chg="add mod">
          <ac:chgData name="Mohana Sre" userId="7c83c5e60cc6ba59" providerId="LiveId" clId="{9421FC39-C4F6-489B-9129-BCAB5B92A5DA}" dt="2026-08-29T05:24:58.789" v="2599" actId="164"/>
          <ac:spMkLst>
            <pc:docMk/>
            <pc:sldMk cId="2817077388" sldId="265"/>
            <ac:spMk id="11" creationId="{84D6C251-C478-D86F-9FA1-8A7FC8539EF3}"/>
          </ac:spMkLst>
        </pc:spChg>
        <pc:spChg chg="add del mod">
          <ac:chgData name="Mohana Sre" userId="7c83c5e60cc6ba59" providerId="LiveId" clId="{9421FC39-C4F6-489B-9129-BCAB5B92A5DA}" dt="2026-08-28T16:01:22.925" v="1150" actId="478"/>
          <ac:spMkLst>
            <pc:docMk/>
            <pc:sldMk cId="2817077388" sldId="265"/>
            <ac:spMk id="12" creationId="{83173350-7C58-27DB-FD6F-4FDD15A56E9E}"/>
          </ac:spMkLst>
        </pc:spChg>
        <pc:spChg chg="add mod">
          <ac:chgData name="Mohana Sre" userId="7c83c5e60cc6ba59" providerId="LiveId" clId="{9421FC39-C4F6-489B-9129-BCAB5B92A5DA}" dt="2026-08-29T05:25:42.972" v="2609" actId="1076"/>
          <ac:spMkLst>
            <pc:docMk/>
            <pc:sldMk cId="2817077388" sldId="265"/>
            <ac:spMk id="13" creationId="{CE7DD8C0-9839-04B1-3D6E-E0941418B86F}"/>
          </ac:spMkLst>
        </pc:spChg>
        <pc:spChg chg="mod">
          <ac:chgData name="Mohana Sre" userId="7c83c5e60cc6ba59" providerId="LiveId" clId="{9421FC39-C4F6-489B-9129-BCAB5B92A5DA}" dt="2026-08-29T05:25:14.854" v="2604" actId="1076"/>
          <ac:spMkLst>
            <pc:docMk/>
            <pc:sldMk cId="2817077388" sldId="265"/>
            <ac:spMk id="30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5:17.751" v="660"/>
          <ac:spMkLst>
            <pc:docMk/>
            <pc:sldMk cId="2817077388" sldId="265"/>
            <ac:spMk id="31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5:17.751" v="660"/>
          <ac:spMkLst>
            <pc:docMk/>
            <pc:sldMk cId="2817077388" sldId="265"/>
            <ac:spMk id="32" creationId="{00000000-0000-0000-0000-000000000000}"/>
          </ac:spMkLst>
        </pc:spChg>
        <pc:spChg chg="mod">
          <ac:chgData name="Mohana Sre" userId="7c83c5e60cc6ba59" providerId="LiveId" clId="{9421FC39-C4F6-489B-9129-BCAB5B92A5DA}" dt="2026-08-28T15:37:32.572" v="949" actId="404"/>
          <ac:spMkLst>
            <pc:docMk/>
            <pc:sldMk cId="2817077388" sldId="265"/>
            <ac:spMk id="3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9:13.682" v="809" actId="1076"/>
          <ac:spMkLst>
            <pc:docMk/>
            <pc:sldMk cId="2817077388" sldId="265"/>
            <ac:spMk id="3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29:28.966" v="825" actId="20577"/>
          <ac:spMkLst>
            <pc:docMk/>
            <pc:sldMk cId="2817077388" sldId="265"/>
            <ac:spMk id="35" creationId="{00000000-0000-0000-0000-000000000000}"/>
          </ac:spMkLst>
        </pc:spChg>
        <pc:spChg chg="mod">
          <ac:chgData name="Mohana Sre" userId="7c83c5e60cc6ba59" providerId="LiveId" clId="{9421FC39-C4F6-489B-9129-BCAB5B92A5DA}" dt="2026-08-28T15:30:40.258" v="851" actId="20577"/>
          <ac:spMkLst>
            <pc:docMk/>
            <pc:sldMk cId="2817077388" sldId="265"/>
            <ac:spMk id="36" creationId="{00000000-0000-0000-0000-000000000000}"/>
          </ac:spMkLst>
        </pc:spChg>
        <pc:spChg chg="mod">
          <ac:chgData name="Mohana Sre" userId="7c83c5e60cc6ba59" providerId="LiveId" clId="{9421FC39-C4F6-489B-9129-BCAB5B92A5DA}" dt="2026-08-28T15:33:39.272" v="866" actId="20577"/>
          <ac:spMkLst>
            <pc:docMk/>
            <pc:sldMk cId="2817077388" sldId="265"/>
            <ac:spMk id="3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33:46.402" v="867" actId="6549"/>
          <ac:spMkLst>
            <pc:docMk/>
            <pc:sldMk cId="2817077388" sldId="265"/>
            <ac:spMk id="38" creationId="{00000000-0000-0000-0000-000000000000}"/>
          </ac:spMkLst>
        </pc:spChg>
        <pc:grpChg chg="add mod">
          <ac:chgData name="Mohana Sre" userId="7c83c5e60cc6ba59" providerId="LiveId" clId="{9421FC39-C4F6-489B-9129-BCAB5B92A5DA}" dt="2026-08-29T05:26:29.709" v="2621" actId="14100"/>
          <ac:grpSpMkLst>
            <pc:docMk/>
            <pc:sldMk cId="2817077388" sldId="265"/>
            <ac:grpSpMk id="2" creationId="{D55A08DE-3A9E-DF55-F6F4-B974FA991D59}"/>
          </ac:grpSpMkLst>
        </pc:grpChg>
        <pc:grpChg chg="add mod">
          <ac:chgData name="Mohana Sre" userId="7c83c5e60cc6ba59" providerId="LiveId" clId="{9421FC39-C4F6-489B-9129-BCAB5B92A5DA}" dt="2026-08-29T05:26:35.468" v="2623" actId="1076"/>
          <ac:grpSpMkLst>
            <pc:docMk/>
            <pc:sldMk cId="2817077388" sldId="265"/>
            <ac:grpSpMk id="42" creationId="{9F3B5966-539A-F2D4-94C0-C2F04B0851B6}"/>
          </ac:grpSpMkLst>
        </pc:grpChg>
        <pc:grpChg chg="add mod">
          <ac:chgData name="Mohana Sre" userId="7c83c5e60cc6ba59" providerId="LiveId" clId="{9421FC39-C4F6-489B-9129-BCAB5B92A5DA}" dt="2026-08-29T05:24:58.789" v="2599" actId="164"/>
          <ac:grpSpMkLst>
            <pc:docMk/>
            <pc:sldMk cId="2817077388" sldId="265"/>
            <ac:grpSpMk id="43" creationId="{8E5356C3-EA1E-6D2A-14D4-718273B2F5EA}"/>
          </ac:grpSpMkLst>
        </pc:grpChg>
        <pc:graphicFrameChg chg="add mod">
          <ac:chgData name="Mohana Sre" userId="7c83c5e60cc6ba59" providerId="LiveId" clId="{9421FC39-C4F6-489B-9129-BCAB5B92A5DA}" dt="2026-08-29T05:25:47.037" v="2610" actId="1076"/>
          <ac:graphicFrameMkLst>
            <pc:docMk/>
            <pc:sldMk cId="2817077388" sldId="265"/>
            <ac:graphicFrameMk id="10" creationId="{31BD7D15-A7BF-4CD8-A7F7-A5B50C795DE8}"/>
          </ac:graphicFrameMkLst>
        </pc:graphicFrameChg>
      </pc:sldChg>
      <pc:sldChg chg="addSp delSp modSp new del mod">
        <pc:chgData name="Mohana Sre" userId="7c83c5e60cc6ba59" providerId="LiveId" clId="{9421FC39-C4F6-489B-9129-BCAB5B92A5DA}" dt="2026-08-28T15:39:20.927" v="976" actId="47"/>
        <pc:sldMkLst>
          <pc:docMk/>
          <pc:sldMk cId="1956585773" sldId="266"/>
        </pc:sldMkLst>
        <pc:spChg chg="add ord">
          <ac:chgData name="Mohana Sre" userId="7c83c5e60cc6ba59" providerId="LiveId" clId="{9421FC39-C4F6-489B-9129-BCAB5B92A5DA}" dt="2026-08-28T15:20:07.088" v="690" actId="171"/>
          <ac:spMkLst>
            <pc:docMk/>
            <pc:sldMk cId="1956585773" sldId="266"/>
            <ac:spMk id="3" creationId="{2B8B045F-56F6-3985-7B50-38B4573C3C4C}"/>
          </ac:spMkLst>
        </pc:spChg>
        <pc:spChg chg="add ord">
          <ac:chgData name="Mohana Sre" userId="7c83c5e60cc6ba59" providerId="LiveId" clId="{9421FC39-C4F6-489B-9129-BCAB5B92A5DA}" dt="2026-08-28T15:20:02.952" v="688" actId="171"/>
          <ac:spMkLst>
            <pc:docMk/>
            <pc:sldMk cId="1956585773" sldId="266"/>
            <ac:spMk id="5" creationId="{204F7B01-427B-118F-C10D-A6A4A5AEF244}"/>
          </ac:spMkLst>
        </pc:spChg>
        <pc:spChg chg="mod">
          <ac:chgData name="Mohana Sre" userId="7c83c5e60cc6ba59" providerId="LiveId" clId="{9421FC39-C4F6-489B-9129-BCAB5B92A5DA}" dt="2026-08-28T15:19:46.985" v="685"/>
          <ac:spMkLst>
            <pc:docMk/>
            <pc:sldMk cId="1956585773" sldId="266"/>
            <ac:spMk id="34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9:46.985" v="685"/>
          <ac:spMkLst>
            <pc:docMk/>
            <pc:sldMk cId="1956585773" sldId="266"/>
            <ac:spMk id="35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9:46.985" v="685"/>
          <ac:spMkLst>
            <pc:docMk/>
            <pc:sldMk cId="1956585773" sldId="266"/>
            <ac:spMk id="36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9:46.985" v="685"/>
          <ac:spMkLst>
            <pc:docMk/>
            <pc:sldMk cId="1956585773" sldId="266"/>
            <ac:spMk id="3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19:46.985" v="685"/>
          <ac:spMkLst>
            <pc:docMk/>
            <pc:sldMk cId="1956585773" sldId="266"/>
            <ac:spMk id="38" creationId="{00000000-0000-0000-0000-000000000000}"/>
          </ac:spMkLst>
        </pc:spChg>
        <pc:grpChg chg="add del mod">
          <ac:chgData name="Mohana Sre" userId="7c83c5e60cc6ba59" providerId="LiveId" clId="{9421FC39-C4F6-489B-9129-BCAB5B92A5DA}" dt="2026-08-28T15:25:05.576" v="792" actId="21"/>
          <ac:grpSpMkLst>
            <pc:docMk/>
            <pc:sldMk cId="1956585773" sldId="266"/>
            <ac:grpSpMk id="43" creationId="{8E5356C3-EA1E-6D2A-14D4-718273B2F5EA}"/>
          </ac:grpSpMkLst>
        </pc:grpChg>
      </pc:sldChg>
      <pc:sldChg chg="addSp delSp modSp new mod">
        <pc:chgData name="Mohana Sre" userId="7c83c5e60cc6ba59" providerId="LiveId" clId="{9421FC39-C4F6-489B-9129-BCAB5B92A5DA}" dt="2026-08-29T05:31:42.765" v="2641" actId="1076"/>
        <pc:sldMkLst>
          <pc:docMk/>
          <pc:sldMk cId="2576947304" sldId="266"/>
        </pc:sldMkLst>
        <pc:spChg chg="add mod">
          <ac:chgData name="Mohana Sre" userId="7c83c5e60cc6ba59" providerId="LiveId" clId="{9421FC39-C4F6-489B-9129-BCAB5B92A5DA}" dt="2026-08-29T05:31:41.688" v="2638" actId="1076"/>
          <ac:spMkLst>
            <pc:docMk/>
            <pc:sldMk cId="2576947304" sldId="266"/>
            <ac:spMk id="3" creationId="{60DB3E03-2336-3EBA-C197-A57ECB80D331}"/>
          </ac:spMkLst>
        </pc:spChg>
        <pc:spChg chg="add del mod">
          <ac:chgData name="Mohana Sre" userId="7c83c5e60cc6ba59" providerId="LiveId" clId="{9421FC39-C4F6-489B-9129-BCAB5B92A5DA}" dt="2026-08-28T15:43:47.263" v="1011" actId="478"/>
          <ac:spMkLst>
            <pc:docMk/>
            <pc:sldMk cId="2576947304" sldId="266"/>
            <ac:spMk id="5" creationId="{D8E5384D-B90C-F0BA-6BAA-72CEE5E25154}"/>
          </ac:spMkLst>
        </pc:spChg>
        <pc:spChg chg="add del mod">
          <ac:chgData name="Mohana Sre" userId="7c83c5e60cc6ba59" providerId="LiveId" clId="{9421FC39-C4F6-489B-9129-BCAB5B92A5DA}" dt="2026-08-28T16:11:20.989" v="1311" actId="478"/>
          <ac:spMkLst>
            <pc:docMk/>
            <pc:sldMk cId="2576947304" sldId="266"/>
            <ac:spMk id="7" creationId="{830823E7-CD49-1E8C-C405-970B092F8BA4}"/>
          </ac:spMkLst>
        </pc:spChg>
        <pc:spChg chg="add mod">
          <ac:chgData name="Mohana Sre" userId="7c83c5e60cc6ba59" providerId="LiveId" clId="{9421FC39-C4F6-489B-9129-BCAB5B92A5DA}" dt="2026-08-29T04:25:30.786" v="2026" actId="20577"/>
          <ac:spMkLst>
            <pc:docMk/>
            <pc:sldMk cId="2576947304" sldId="266"/>
            <ac:spMk id="9" creationId="{17ECF447-1DA0-DC63-89AD-4E1097CCA322}"/>
          </ac:spMkLst>
        </pc:spChg>
        <pc:spChg chg="mod">
          <ac:chgData name="Mohana Sre" userId="7c83c5e60cc6ba59" providerId="LiveId" clId="{9421FC39-C4F6-489B-9129-BCAB5B92A5DA}" dt="2026-08-28T15:42:34.536" v="995"/>
          <ac:spMkLst>
            <pc:docMk/>
            <pc:sldMk cId="2576947304" sldId="266"/>
            <ac:spMk id="11" creationId="{33F88FF2-5A7E-9C74-BA74-5BB44492BB42}"/>
          </ac:spMkLst>
        </pc:spChg>
        <pc:spChg chg="mod">
          <ac:chgData name="Mohana Sre" userId="7c83c5e60cc6ba59" providerId="LiveId" clId="{9421FC39-C4F6-489B-9129-BCAB5B92A5DA}" dt="2026-08-29T04:26:10.136" v="2029" actId="207"/>
          <ac:spMkLst>
            <pc:docMk/>
            <pc:sldMk cId="2576947304" sldId="266"/>
            <ac:spMk id="12" creationId="{773DDDD0-D479-A60C-40F2-C6E7548F3BA8}"/>
          </ac:spMkLst>
        </pc:spChg>
        <pc:spChg chg="mod">
          <ac:chgData name="Mohana Sre" userId="7c83c5e60cc6ba59" providerId="LiveId" clId="{9421FC39-C4F6-489B-9129-BCAB5B92A5DA}" dt="2026-08-28T15:42:34.536" v="995"/>
          <ac:spMkLst>
            <pc:docMk/>
            <pc:sldMk cId="2576947304" sldId="266"/>
            <ac:spMk id="14" creationId="{8B929953-700A-5FD9-6087-C642B98D5C08}"/>
          </ac:spMkLst>
        </pc:spChg>
        <pc:spChg chg="mod">
          <ac:chgData name="Mohana Sre" userId="7c83c5e60cc6ba59" providerId="LiveId" clId="{9421FC39-C4F6-489B-9129-BCAB5B92A5DA}" dt="2026-08-28T15:42:34.536" v="995"/>
          <ac:spMkLst>
            <pc:docMk/>
            <pc:sldMk cId="2576947304" sldId="266"/>
            <ac:spMk id="15" creationId="{162D8B64-24C4-7EFC-1D86-27D413288D45}"/>
          </ac:spMkLst>
        </pc:spChg>
        <pc:spChg chg="mod">
          <ac:chgData name="Mohana Sre" userId="7c83c5e60cc6ba59" providerId="LiveId" clId="{9421FC39-C4F6-489B-9129-BCAB5B92A5DA}" dt="2026-08-29T04:25:56.472" v="2027" actId="1076"/>
          <ac:spMkLst>
            <pc:docMk/>
            <pc:sldMk cId="2576947304" sldId="266"/>
            <ac:spMk id="16" creationId="{ADD0591D-F55D-7997-E8BB-F3D0877AE823}"/>
          </ac:spMkLst>
        </pc:spChg>
        <pc:spChg chg="mod">
          <ac:chgData name="Mohana Sre" userId="7c83c5e60cc6ba59" providerId="LiveId" clId="{9421FC39-C4F6-489B-9129-BCAB5B92A5DA}" dt="2026-08-28T15:42:34.536" v="995"/>
          <ac:spMkLst>
            <pc:docMk/>
            <pc:sldMk cId="2576947304" sldId="266"/>
            <ac:spMk id="17" creationId="{70E25F41-1E3E-E260-6316-F8469C690581}"/>
          </ac:spMkLst>
        </pc:spChg>
        <pc:spChg chg="mod">
          <ac:chgData name="Mohana Sre" userId="7c83c5e60cc6ba59" providerId="LiveId" clId="{9421FC39-C4F6-489B-9129-BCAB5B92A5DA}" dt="2026-08-28T15:42:34.536" v="995"/>
          <ac:spMkLst>
            <pc:docMk/>
            <pc:sldMk cId="2576947304" sldId="266"/>
            <ac:spMk id="18" creationId="{95DC6775-C376-9AFB-13D2-226ADA78F3D9}"/>
          </ac:spMkLst>
        </pc:spChg>
        <pc:spChg chg="mod">
          <ac:chgData name="Mohana Sre" userId="7c83c5e60cc6ba59" providerId="LiveId" clId="{9421FC39-C4F6-489B-9129-BCAB5B92A5DA}" dt="2026-08-28T15:42:34.536" v="995"/>
          <ac:spMkLst>
            <pc:docMk/>
            <pc:sldMk cId="2576947304" sldId="266"/>
            <ac:spMk id="25" creationId="{A5F41C29-8541-F821-0D15-FA7999F60F1B}"/>
          </ac:spMkLst>
        </pc:spChg>
        <pc:spChg chg="mod">
          <ac:chgData name="Mohana Sre" userId="7c83c5e60cc6ba59" providerId="LiveId" clId="{9421FC39-C4F6-489B-9129-BCAB5B92A5DA}" dt="2026-08-28T15:42:34.536" v="995"/>
          <ac:spMkLst>
            <pc:docMk/>
            <pc:sldMk cId="2576947304" sldId="266"/>
            <ac:spMk id="31" creationId="{257F53DD-7B86-1D01-A41C-02B485F10193}"/>
          </ac:spMkLst>
        </pc:spChg>
        <pc:spChg chg="mod">
          <ac:chgData name="Mohana Sre" userId="7c83c5e60cc6ba59" providerId="LiveId" clId="{9421FC39-C4F6-489B-9129-BCAB5B92A5DA}" dt="2026-08-28T15:42:34.536" v="995"/>
          <ac:spMkLst>
            <pc:docMk/>
            <pc:sldMk cId="2576947304" sldId="266"/>
            <ac:spMk id="35" creationId="{1D5EDAB6-FB0C-FEA1-3BEE-FE6E5829E966}"/>
          </ac:spMkLst>
        </pc:spChg>
        <pc:spChg chg="mod">
          <ac:chgData name="Mohana Sre" userId="7c83c5e60cc6ba59" providerId="LiveId" clId="{9421FC39-C4F6-489B-9129-BCAB5B92A5DA}" dt="2026-08-28T15:42:34.536" v="995"/>
          <ac:spMkLst>
            <pc:docMk/>
            <pc:sldMk cId="2576947304" sldId="266"/>
            <ac:spMk id="36" creationId="{B60C01C2-ACF3-156A-0982-28FAA0744A7C}"/>
          </ac:spMkLst>
        </pc:spChg>
        <pc:spChg chg="add">
          <ac:chgData name="Mohana Sre" userId="7c83c5e60cc6ba59" providerId="LiveId" clId="{9421FC39-C4F6-489B-9129-BCAB5B92A5DA}" dt="2026-08-28T16:11:38.110" v="1313" actId="22"/>
          <ac:spMkLst>
            <pc:docMk/>
            <pc:sldMk cId="2576947304" sldId="266"/>
            <ac:spMk id="38" creationId="{B17A055C-123E-690D-0A16-75AA604097A1}"/>
          </ac:spMkLst>
        </pc:spChg>
        <pc:grpChg chg="mod">
          <ac:chgData name="Mohana Sre" userId="7c83c5e60cc6ba59" providerId="LiveId" clId="{9421FC39-C4F6-489B-9129-BCAB5B92A5DA}" dt="2026-08-29T05:31:42.765" v="2641" actId="1076"/>
          <ac:grpSpMkLst>
            <pc:docMk/>
            <pc:sldMk cId="2576947304" sldId="266"/>
            <ac:grpSpMk id="10" creationId="{5FB926CD-23B3-AC6C-8F86-1D0DC249C72D}"/>
          </ac:grpSpMkLst>
        </pc:grpChg>
        <pc:graphicFrameChg chg="add mod modGraphic">
          <ac:chgData name="Mohana Sre" userId="7c83c5e60cc6ba59" providerId="LiveId" clId="{9421FC39-C4F6-489B-9129-BCAB5B92A5DA}" dt="2026-08-29T05:31:42.390" v="2640" actId="1076"/>
          <ac:graphicFrameMkLst>
            <pc:docMk/>
            <pc:sldMk cId="2576947304" sldId="266"/>
            <ac:graphicFrameMk id="8" creationId="{C3585A9D-D35E-4BEA-8D92-DDDA06135508}"/>
          </ac:graphicFrameMkLst>
        </pc:graphicFrameChg>
      </pc:sldChg>
      <pc:sldChg chg="addSp delSp modSp new mod">
        <pc:chgData name="Mohana Sre" userId="7c83c5e60cc6ba59" providerId="LiveId" clId="{9421FC39-C4F6-489B-9129-BCAB5B92A5DA}" dt="2026-08-29T04:24:58.882" v="2022" actId="1076"/>
        <pc:sldMkLst>
          <pc:docMk/>
          <pc:sldMk cId="1820706949" sldId="267"/>
        </pc:sldMkLst>
        <pc:spChg chg="add mod">
          <ac:chgData name="Mohana Sre" userId="7c83c5e60cc6ba59" providerId="LiveId" clId="{9421FC39-C4F6-489B-9129-BCAB5B92A5DA}" dt="2026-08-29T04:24:49.160" v="2020" actId="1076"/>
          <ac:spMkLst>
            <pc:docMk/>
            <pc:sldMk cId="1820706949" sldId="267"/>
            <ac:spMk id="3" creationId="{04780E1B-376C-FCB2-B6D5-70D1F61D6EB5}"/>
          </ac:spMkLst>
        </pc:spChg>
        <pc:spChg chg="add mod">
          <ac:chgData name="Mohana Sre" userId="7c83c5e60cc6ba59" providerId="LiveId" clId="{9421FC39-C4F6-489B-9129-BCAB5B92A5DA}" dt="2026-08-29T04:24:54.870" v="2021" actId="1076"/>
          <ac:spMkLst>
            <pc:docMk/>
            <pc:sldMk cId="1820706949" sldId="267"/>
            <ac:spMk id="4" creationId="{2E28887B-93A8-E817-628B-1AA134B1299C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8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9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1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15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17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20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22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23" creationId="{00000000-0000-0000-0000-000000000000}"/>
          </ac:spMkLst>
        </pc:spChg>
        <pc:spChg chg="mod">
          <ac:chgData name="Mohana Sre" userId="7c83c5e60cc6ba59" providerId="LiveId" clId="{9421FC39-C4F6-489B-9129-BCAB5B92A5DA}" dt="2026-08-28T15:59:17.481" v="1119"/>
          <ac:spMkLst>
            <pc:docMk/>
            <pc:sldMk cId="1820706949" sldId="267"/>
            <ac:spMk id="26" creationId="{00000000-0000-0000-0000-000000000000}"/>
          </ac:spMkLst>
        </pc:spChg>
        <pc:spChg chg="add">
          <ac:chgData name="Mohana Sre" userId="7c83c5e60cc6ba59" providerId="LiveId" clId="{9421FC39-C4F6-489B-9129-BCAB5B92A5DA}" dt="2026-08-28T16:11:42.029" v="1315" actId="22"/>
          <ac:spMkLst>
            <pc:docMk/>
            <pc:sldMk cId="1820706949" sldId="267"/>
            <ac:spMk id="28" creationId="{02D81007-5417-528B-54F2-1C4162DA9FFA}"/>
          </ac:spMkLst>
        </pc:spChg>
        <pc:grpChg chg="del mod">
          <ac:chgData name="Mohana Sre" userId="7c83c5e60cc6ba59" providerId="LiveId" clId="{9421FC39-C4F6-489B-9129-BCAB5B92A5DA}" dt="2026-08-29T04:16:02.856" v="1895" actId="478"/>
          <ac:grpSpMkLst>
            <pc:docMk/>
            <pc:sldMk cId="1820706949" sldId="267"/>
            <ac:grpSpMk id="53" creationId="{E8A3C95E-2F28-A6B4-55AC-0F5449311B5E}"/>
          </ac:grpSpMkLst>
        </pc:grpChg>
        <pc:graphicFrameChg chg="add mod">
          <ac:chgData name="Mohana Sre" userId="7c83c5e60cc6ba59" providerId="LiveId" clId="{9421FC39-C4F6-489B-9129-BCAB5B92A5DA}" dt="2026-08-29T04:24:58.882" v="2022" actId="1076"/>
          <ac:graphicFrameMkLst>
            <pc:docMk/>
            <pc:sldMk cId="1820706949" sldId="267"/>
            <ac:graphicFrameMk id="5" creationId="{5F92FD90-E9B4-47B1-8370-48CD3DCD587B}"/>
          </ac:graphicFrameMkLst>
        </pc:graphicFrameChg>
        <pc:graphicFrameChg chg="add del mod">
          <ac:chgData name="Mohana Sre" userId="7c83c5e60cc6ba59" providerId="LiveId" clId="{9421FC39-C4F6-489B-9129-BCAB5B92A5DA}" dt="2026-08-29T04:16:06.846" v="1896" actId="21"/>
          <ac:graphicFrameMkLst>
            <pc:docMk/>
            <pc:sldMk cId="1820706949" sldId="267"/>
            <ac:graphicFrameMk id="10" creationId="{0C8572C0-669A-451C-A715-2C13A5BA356C}"/>
          </ac:graphicFrameMkLst>
        </pc:graphicFrameChg>
      </pc:sldChg>
      <pc:sldChg chg="addSp delSp modSp new mod">
        <pc:chgData name="Mohana Sre" userId="7c83c5e60cc6ba59" providerId="LiveId" clId="{9421FC39-C4F6-489B-9129-BCAB5B92A5DA}" dt="2026-08-29T08:30:16.413" v="2921"/>
        <pc:sldMkLst>
          <pc:docMk/>
          <pc:sldMk cId="677331054" sldId="268"/>
        </pc:sldMkLst>
        <pc:spChg chg="add mod">
          <ac:chgData name="Mohana Sre" userId="7c83c5e60cc6ba59" providerId="LiveId" clId="{9421FC39-C4F6-489B-9129-BCAB5B92A5DA}" dt="2026-08-29T04:30:47.703" v="2073" actId="207"/>
          <ac:spMkLst>
            <pc:docMk/>
            <pc:sldMk cId="677331054" sldId="268"/>
            <ac:spMk id="3" creationId="{C2E2D552-6A7E-9F56-BEDE-3FE9CD7CCE64}"/>
          </ac:spMkLst>
        </pc:spChg>
        <pc:spChg chg="add del mod">
          <ac:chgData name="Mohana Sre" userId="7c83c5e60cc6ba59" providerId="LiveId" clId="{9421FC39-C4F6-489B-9129-BCAB5B92A5DA}" dt="2026-08-29T04:36:36.711" v="2122"/>
          <ac:spMkLst>
            <pc:docMk/>
            <pc:sldMk cId="677331054" sldId="268"/>
            <ac:spMk id="4" creationId="{0BCFCFF1-1E4B-DD3A-5AE5-2775D92C9BE3}"/>
          </ac:spMkLst>
        </pc:spChg>
        <pc:spChg chg="add mod">
          <ac:chgData name="Mohana Sre" userId="7c83c5e60cc6ba59" providerId="LiveId" clId="{9421FC39-C4F6-489B-9129-BCAB5B92A5DA}" dt="2026-08-29T04:42:10.945" v="2220" actId="1076"/>
          <ac:spMkLst>
            <pc:docMk/>
            <pc:sldMk cId="677331054" sldId="268"/>
            <ac:spMk id="5" creationId="{7AA3ADB5-6765-7A19-744E-D35D9E198BDF}"/>
          </ac:spMkLst>
        </pc:spChg>
        <pc:spChg chg="add">
          <ac:chgData name="Mohana Sre" userId="7c83c5e60cc6ba59" providerId="LiveId" clId="{9421FC39-C4F6-489B-9129-BCAB5B92A5DA}" dt="2026-08-29T04:42:04.644" v="2219" actId="22"/>
          <ac:spMkLst>
            <pc:docMk/>
            <pc:sldMk cId="677331054" sldId="268"/>
            <ac:spMk id="7" creationId="{08FE6F70-E83E-EDF9-8F93-DCD232CDB361}"/>
          </ac:spMkLst>
        </pc:spChg>
        <pc:spChg chg="add mod">
          <ac:chgData name="Mohana Sre" userId="7c83c5e60cc6ba59" providerId="LiveId" clId="{9421FC39-C4F6-489B-9129-BCAB5B92A5DA}" dt="2026-08-29T08:30:16.413" v="2921"/>
          <ac:spMkLst>
            <pc:docMk/>
            <pc:sldMk cId="677331054" sldId="268"/>
            <ac:spMk id="8" creationId="{5B60BFAB-8ED5-33FB-5985-71E76DC54ABE}"/>
          </ac:spMkLst>
        </pc:spChg>
      </pc:sldChg>
      <pc:sldChg chg="addSp modSp new mod">
        <pc:chgData name="Mohana Sre" userId="7c83c5e60cc6ba59" providerId="LiveId" clId="{9421FC39-C4F6-489B-9129-BCAB5B92A5DA}" dt="2026-08-29T05:32:37.308" v="2643" actId="1076"/>
        <pc:sldMkLst>
          <pc:docMk/>
          <pc:sldMk cId="295803249" sldId="269"/>
        </pc:sldMkLst>
        <pc:spChg chg="add mod ord">
          <ac:chgData name="Mohana Sre" userId="7c83c5e60cc6ba59" providerId="LiveId" clId="{9421FC39-C4F6-489B-9129-BCAB5B92A5DA}" dt="2026-08-29T05:32:37.308" v="2643" actId="1076"/>
          <ac:spMkLst>
            <pc:docMk/>
            <pc:sldMk cId="295803249" sldId="269"/>
            <ac:spMk id="5" creationId="{F3AF9D65-290B-BD2F-A060-139FA6CEBF6B}"/>
          </ac:spMkLst>
        </pc:spChg>
        <pc:spChg chg="add">
          <ac:chgData name="Mohana Sre" userId="7c83c5e60cc6ba59" providerId="LiveId" clId="{9421FC39-C4F6-489B-9129-BCAB5B92A5DA}" dt="2026-08-29T04:16:27.488" v="1900" actId="22"/>
          <ac:spMkLst>
            <pc:docMk/>
            <pc:sldMk cId="295803249" sldId="269"/>
            <ac:spMk id="7" creationId="{302A42A6-39CF-BFBD-3B43-855F3F44ECE5}"/>
          </ac:spMkLst>
        </pc:spChg>
        <pc:spChg chg="add mod">
          <ac:chgData name="Mohana Sre" userId="7c83c5e60cc6ba59" providerId="LiveId" clId="{9421FC39-C4F6-489B-9129-BCAB5B92A5DA}" dt="2026-08-29T04:18:20.726" v="1937" actId="20577"/>
          <ac:spMkLst>
            <pc:docMk/>
            <pc:sldMk cId="295803249" sldId="269"/>
            <ac:spMk id="8" creationId="{0AB49DB6-95B0-CC7A-A8CD-4C8F634016E2}"/>
          </ac:spMkLst>
        </pc:spChg>
        <pc:graphicFrameChg chg="add mod">
          <ac:chgData name="Mohana Sre" userId="7c83c5e60cc6ba59" providerId="LiveId" clId="{9421FC39-C4F6-489B-9129-BCAB5B92A5DA}" dt="2026-08-29T04:20:39.601" v="1958" actId="207"/>
          <ac:graphicFrameMkLst>
            <pc:docMk/>
            <pc:sldMk cId="295803249" sldId="269"/>
            <ac:graphicFrameMk id="3" creationId="{504954E0-BFF1-F363-41B0-626CD2E766FE}"/>
          </ac:graphicFrameMkLst>
        </pc:graphicFrameChg>
      </pc:sldChg>
      <pc:sldChg chg="addSp modSp new mod">
        <pc:chgData name="Mohana Sre" userId="7c83c5e60cc6ba59" providerId="LiveId" clId="{9421FC39-C4F6-489B-9129-BCAB5B92A5DA}" dt="2026-08-29T08:32:25.196" v="2935" actId="5793"/>
        <pc:sldMkLst>
          <pc:docMk/>
          <pc:sldMk cId="4040724045" sldId="270"/>
        </pc:sldMkLst>
        <pc:spChg chg="add">
          <ac:chgData name="Mohana Sre" userId="7c83c5e60cc6ba59" providerId="LiveId" clId="{9421FC39-C4F6-489B-9129-BCAB5B92A5DA}" dt="2026-08-29T04:52:08.869" v="2336" actId="22"/>
          <ac:spMkLst>
            <pc:docMk/>
            <pc:sldMk cId="4040724045" sldId="270"/>
            <ac:spMk id="3" creationId="{08EC5FFA-EBA3-537F-6743-B58681CE93E3}"/>
          </ac:spMkLst>
        </pc:spChg>
        <pc:spChg chg="add">
          <ac:chgData name="Mohana Sre" userId="7c83c5e60cc6ba59" providerId="LiveId" clId="{9421FC39-C4F6-489B-9129-BCAB5B92A5DA}" dt="2026-08-29T04:52:14.696" v="2337" actId="22"/>
          <ac:spMkLst>
            <pc:docMk/>
            <pc:sldMk cId="4040724045" sldId="270"/>
            <ac:spMk id="5" creationId="{60172DA1-73E1-3B19-AFB6-55EAA0BC4140}"/>
          </ac:spMkLst>
        </pc:spChg>
        <pc:spChg chg="add mod">
          <ac:chgData name="Mohana Sre" userId="7c83c5e60cc6ba59" providerId="LiveId" clId="{9421FC39-C4F6-489B-9129-BCAB5B92A5DA}" dt="2026-08-29T04:52:59.698" v="2344"/>
          <ac:spMkLst>
            <pc:docMk/>
            <pc:sldMk cId="4040724045" sldId="270"/>
            <ac:spMk id="6" creationId="{DE17DB17-48C6-A1A5-1625-616A09685A73}"/>
          </ac:spMkLst>
        </pc:spChg>
        <pc:spChg chg="add mod">
          <ac:chgData name="Mohana Sre" userId="7c83c5e60cc6ba59" providerId="LiveId" clId="{9421FC39-C4F6-489B-9129-BCAB5B92A5DA}" dt="2026-08-29T08:32:25.196" v="2935" actId="5793"/>
          <ac:spMkLst>
            <pc:docMk/>
            <pc:sldMk cId="4040724045" sldId="270"/>
            <ac:spMk id="7" creationId="{164D096F-40B5-4B60-6A57-644726236096}"/>
          </ac:spMkLst>
        </pc:spChg>
      </pc:sldChg>
      <pc:sldChg chg="addSp delSp modSp new del mod ord">
        <pc:chgData name="Mohana Sre" userId="7c83c5e60cc6ba59" providerId="LiveId" clId="{9421FC39-C4F6-489B-9129-BCAB5B92A5DA}" dt="2026-08-29T05:57:19.758" v="2872" actId="47"/>
        <pc:sldMkLst>
          <pc:docMk/>
          <pc:sldMk cId="2775951907" sldId="271"/>
        </pc:sldMkLst>
        <pc:spChg chg="add">
          <ac:chgData name="Mohana Sre" userId="7c83c5e60cc6ba59" providerId="LiveId" clId="{9421FC39-C4F6-489B-9129-BCAB5B92A5DA}" dt="2026-08-29T05:04:59.622" v="2445" actId="22"/>
          <ac:spMkLst>
            <pc:docMk/>
            <pc:sldMk cId="2775951907" sldId="271"/>
            <ac:spMk id="3" creationId="{03FC979C-320F-1D55-5568-54CCDBA97539}"/>
          </ac:spMkLst>
        </pc:spChg>
        <pc:spChg chg="add mod">
          <ac:chgData name="Mohana Sre" userId="7c83c5e60cc6ba59" providerId="LiveId" clId="{9421FC39-C4F6-489B-9129-BCAB5B92A5DA}" dt="2026-08-29T05:42:48.227" v="2665" actId="1076"/>
          <ac:spMkLst>
            <pc:docMk/>
            <pc:sldMk cId="2775951907" sldId="271"/>
            <ac:spMk id="5" creationId="{B0AF4847-28BE-27F4-B209-95EFA8AD6B92}"/>
          </ac:spMkLst>
        </pc:spChg>
        <pc:spChg chg="add mod">
          <ac:chgData name="Mohana Sre" userId="7c83c5e60cc6ba59" providerId="LiveId" clId="{9421FC39-C4F6-489B-9129-BCAB5B92A5DA}" dt="2026-08-29T05:05:48.344" v="2465" actId="207"/>
          <ac:spMkLst>
            <pc:docMk/>
            <pc:sldMk cId="2775951907" sldId="271"/>
            <ac:spMk id="6" creationId="{B7B4D884-02C0-4C13-E873-5E02902CA00E}"/>
          </ac:spMkLst>
        </pc:spChg>
        <pc:spChg chg="add mod">
          <ac:chgData name="Mohana Sre" userId="7c83c5e60cc6ba59" providerId="LiveId" clId="{9421FC39-C4F6-489B-9129-BCAB5B92A5DA}" dt="2026-08-29T05:09:15.884" v="2475" actId="1076"/>
          <ac:spMkLst>
            <pc:docMk/>
            <pc:sldMk cId="2775951907" sldId="271"/>
            <ac:spMk id="7" creationId="{5FEDCB25-2DF0-A894-37C9-4DEEA1FE21C9}"/>
          </ac:spMkLst>
        </pc:spChg>
        <pc:spChg chg="add mod">
          <ac:chgData name="Mohana Sre" userId="7c83c5e60cc6ba59" providerId="LiveId" clId="{9421FC39-C4F6-489B-9129-BCAB5B92A5DA}" dt="2026-08-29T05:09:55.316" v="2489" actId="1076"/>
          <ac:spMkLst>
            <pc:docMk/>
            <pc:sldMk cId="2775951907" sldId="271"/>
            <ac:spMk id="8" creationId="{0DEB5889-00A9-7C29-780C-C96E3AB3B7E3}"/>
          </ac:spMkLst>
        </pc:spChg>
        <pc:spChg chg="add del mod">
          <ac:chgData name="Mohana Sre" userId="7c83c5e60cc6ba59" providerId="LiveId" clId="{9421FC39-C4F6-489B-9129-BCAB5B92A5DA}" dt="2026-08-29T05:56:23.732" v="2860" actId="21"/>
          <ac:spMkLst>
            <pc:docMk/>
            <pc:sldMk cId="2775951907" sldId="271"/>
            <ac:spMk id="9" creationId="{4CC6DD3E-5777-1A4B-C9AA-F80A3BFE55A1}"/>
          </ac:spMkLst>
        </pc:spChg>
      </pc:sldChg>
      <pc:sldChg chg="addSp delSp modSp new mod">
        <pc:chgData name="Mohana Sre" userId="7c83c5e60cc6ba59" providerId="LiveId" clId="{9421FC39-C4F6-489B-9129-BCAB5B92A5DA}" dt="2026-08-29T05:57:13.775" v="2871" actId="403"/>
        <pc:sldMkLst>
          <pc:docMk/>
          <pc:sldMk cId="2531009170" sldId="272"/>
        </pc:sldMkLst>
        <pc:spChg chg="add del mod">
          <ac:chgData name="Mohana Sre" userId="7c83c5e60cc6ba59" providerId="LiveId" clId="{9421FC39-C4F6-489B-9129-BCAB5B92A5DA}" dt="2026-08-29T05:40:58.143" v="2661" actId="478"/>
          <ac:spMkLst>
            <pc:docMk/>
            <pc:sldMk cId="2531009170" sldId="272"/>
            <ac:spMk id="4" creationId="{6375AA2E-9A5C-E82A-9BC6-9E180F46D087}"/>
          </ac:spMkLst>
        </pc:spChg>
        <pc:spChg chg="add mod">
          <ac:chgData name="Mohana Sre" userId="7c83c5e60cc6ba59" providerId="LiveId" clId="{9421FC39-C4F6-489B-9129-BCAB5B92A5DA}" dt="2026-08-29T05:43:41.909" v="2676" actId="1076"/>
          <ac:spMkLst>
            <pc:docMk/>
            <pc:sldMk cId="2531009170" sldId="272"/>
            <ac:spMk id="6" creationId="{73B03B7F-AC5C-B2BE-44F0-7542D389FF37}"/>
          </ac:spMkLst>
        </pc:spChg>
        <pc:spChg chg="add mod">
          <ac:chgData name="Mohana Sre" userId="7c83c5e60cc6ba59" providerId="LiveId" clId="{9421FC39-C4F6-489B-9129-BCAB5B92A5DA}" dt="2026-08-29T05:42:54.898" v="2666" actId="1076"/>
          <ac:spMkLst>
            <pc:docMk/>
            <pc:sldMk cId="2531009170" sldId="272"/>
            <ac:spMk id="8" creationId="{32927C8B-58E0-E256-4860-69BCBF755C26}"/>
          </ac:spMkLst>
        </pc:spChg>
        <pc:spChg chg="add mod">
          <ac:chgData name="Mohana Sre" userId="7c83c5e60cc6ba59" providerId="LiveId" clId="{9421FC39-C4F6-489B-9129-BCAB5B92A5DA}" dt="2026-08-29T05:56:56.748" v="2867" actId="1076"/>
          <ac:spMkLst>
            <pc:docMk/>
            <pc:sldMk cId="2531009170" sldId="272"/>
            <ac:spMk id="14" creationId="{4F5475B6-19DC-03B7-14F4-29DC443DB8A0}"/>
          </ac:spMkLst>
        </pc:spChg>
        <pc:spChg chg="add mod">
          <ac:chgData name="Mohana Sre" userId="7c83c5e60cc6ba59" providerId="LiveId" clId="{9421FC39-C4F6-489B-9129-BCAB5B92A5DA}" dt="2026-08-29T05:57:01.587" v="2868" actId="1076"/>
          <ac:spMkLst>
            <pc:docMk/>
            <pc:sldMk cId="2531009170" sldId="272"/>
            <ac:spMk id="17" creationId="{CE328DEE-9EB2-613C-8CD2-E148679019C5}"/>
          </ac:spMkLst>
        </pc:spChg>
        <pc:spChg chg="add mod">
          <ac:chgData name="Mohana Sre" userId="7c83c5e60cc6ba59" providerId="LiveId" clId="{9421FC39-C4F6-489B-9129-BCAB5B92A5DA}" dt="2026-08-29T05:57:05.195" v="2869" actId="1076"/>
          <ac:spMkLst>
            <pc:docMk/>
            <pc:sldMk cId="2531009170" sldId="272"/>
            <ac:spMk id="18" creationId="{CBB4DB09-1252-161A-1816-6DED8C796625}"/>
          </ac:spMkLst>
        </pc:spChg>
        <pc:spChg chg="add mod">
          <ac:chgData name="Mohana Sre" userId="7c83c5e60cc6ba59" providerId="LiveId" clId="{9421FC39-C4F6-489B-9129-BCAB5B92A5DA}" dt="2026-08-29T05:57:13.775" v="2871" actId="403"/>
          <ac:spMkLst>
            <pc:docMk/>
            <pc:sldMk cId="2531009170" sldId="272"/>
            <ac:spMk id="20" creationId="{C7100598-C149-9C10-F993-C99875A1B588}"/>
          </ac:spMkLst>
        </pc:spChg>
        <pc:graphicFrameChg chg="add del mod modGraphic">
          <ac:chgData name="Mohana Sre" userId="7c83c5e60cc6ba59" providerId="LiveId" clId="{9421FC39-C4F6-489B-9129-BCAB5B92A5DA}" dt="2026-08-29T05:48:07.279" v="2720" actId="478"/>
          <ac:graphicFrameMkLst>
            <pc:docMk/>
            <pc:sldMk cId="2531009170" sldId="272"/>
            <ac:graphicFrameMk id="13" creationId="{283B29DA-0878-E18A-2D73-24C8542616AB}"/>
          </ac:graphicFrameMkLst>
        </pc:graphicFrameChg>
        <pc:graphicFrameChg chg="add del mod modGraphic">
          <ac:chgData name="Mohana Sre" userId="7c83c5e60cc6ba59" providerId="LiveId" clId="{9421FC39-C4F6-489B-9129-BCAB5B92A5DA}" dt="2026-08-29T05:46:14.667" v="2710" actId="21"/>
          <ac:graphicFrameMkLst>
            <pc:docMk/>
            <pc:sldMk cId="2531009170" sldId="272"/>
            <ac:graphicFrameMk id="15" creationId="{F47CF2D7-D6EC-B764-0676-5BD104DC2C55}"/>
          </ac:graphicFrameMkLst>
        </pc:graphicFrameChg>
        <pc:graphicFrameChg chg="add mod modGraphic">
          <ac:chgData name="Mohana Sre" userId="7c83c5e60cc6ba59" providerId="LiveId" clId="{9421FC39-C4F6-489B-9129-BCAB5B92A5DA}" dt="2026-08-29T05:56:52.916" v="2866" actId="1076"/>
          <ac:graphicFrameMkLst>
            <pc:docMk/>
            <pc:sldMk cId="2531009170" sldId="272"/>
            <ac:graphicFrameMk id="16" creationId="{1381C2A0-2194-52C4-E532-32FFFE17FD64}"/>
          </ac:graphicFrameMkLst>
        </pc:graphicFrameChg>
        <pc:picChg chg="add del mod">
          <ac:chgData name="Mohana Sre" userId="7c83c5e60cc6ba59" providerId="LiveId" clId="{9421FC39-C4F6-489B-9129-BCAB5B92A5DA}" dt="2026-08-29T05:42:29.507" v="2662" actId="478"/>
          <ac:picMkLst>
            <pc:docMk/>
            <pc:sldMk cId="2531009170" sldId="272"/>
            <ac:picMk id="3" creationId="{8834CEEF-216E-7934-AC4E-1EC17C1B1760}"/>
          </ac:picMkLst>
        </pc:picChg>
        <pc:picChg chg="add del mod">
          <ac:chgData name="Mohana Sre" userId="7c83c5e60cc6ba59" providerId="LiveId" clId="{9421FC39-C4F6-489B-9129-BCAB5B92A5DA}" dt="2026-08-29T05:43:21.574" v="2672" actId="478"/>
          <ac:picMkLst>
            <pc:docMk/>
            <pc:sldMk cId="2531009170" sldId="272"/>
            <ac:picMk id="10" creationId="{F38D294F-8F35-F382-21F3-4C361E6D98D3}"/>
          </ac:picMkLst>
        </pc:picChg>
        <pc:picChg chg="add del mod">
          <ac:chgData name="Mohana Sre" userId="7c83c5e60cc6ba59" providerId="LiveId" clId="{9421FC39-C4F6-489B-9129-BCAB5B92A5DA}" dt="2026-08-29T05:43:43.870" v="2677" actId="478"/>
          <ac:picMkLst>
            <pc:docMk/>
            <pc:sldMk cId="2531009170" sldId="272"/>
            <ac:picMk id="12" creationId="{6AF16D00-6AEB-EB12-2162-C14E0C96D2A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83c5e60cc6ba59/Documents/resume/New%20folder/Data%20Analysis/Amaz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83c5e60cc6ba59/Documents/resume/New%20folder/Data%20Analysis/Amaz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83c5e60cc6ba59/Documents/resume/New%20folder/Data%20Analysis/Amaz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83c5e60cc6ba59/Documents/resume/New%20folder/Data%20Analysis/Amaz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83c5e60cc6ba59/Documents/resume/New%20folder/Data%20Analysis/Amazo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83c5e60cc6ba59/Documents/resume/New%20folder/Data%20Analysis/Amazo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c83c5e60cc6ba59/Documents/resume/New%20folder/Data%20Analysis/Amazon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https://d.docs.live.net/7c83c5e60cc6ba59/Documents/resume/New%20folder/Data%20Analysis/Amaz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[Amazon.xlsx]Sheet1!PivotTable6</c:name>
    <c:fmtId val="5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tx2">
                <a:lumMod val="50000"/>
                <a:lumOff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tx2">
                <a:lumMod val="50000"/>
                <a:lumOff val="50000"/>
              </a:schemeClr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tx2">
                <a:lumMod val="50000"/>
                <a:lumOff val="50000"/>
              </a:schemeClr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tx2">
                <a:lumMod val="50000"/>
                <a:lumOff val="50000"/>
              </a:schemeClr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tx2">
                <a:lumMod val="50000"/>
                <a:lumOff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tx2">
                <a:lumMod val="50000"/>
                <a:lumOff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Sheet1!$B$9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Sheet1!$A$10:$A$15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Sheet1!$B$10:$B$15</c:f>
              <c:numCache>
                <c:formatCode>General</c:formatCode>
                <c:ptCount val="5"/>
                <c:pt idx="0">
                  <c:v>18529864.020000014</c:v>
                </c:pt>
                <c:pt idx="1">
                  <c:v>18248574.810000084</c:v>
                </c:pt>
                <c:pt idx="2">
                  <c:v>18367248.410000041</c:v>
                </c:pt>
                <c:pt idx="3">
                  <c:v>18513912.190000031</c:v>
                </c:pt>
                <c:pt idx="4">
                  <c:v>18166048.490000051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30-4E5E-8C37-5EF40B15E0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8828416"/>
        <c:axId val="595569904"/>
      </c:lineChart>
      <c:catAx>
        <c:axId val="75882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5569904"/>
        <c:crosses val="autoZero"/>
        <c:auto val="1"/>
        <c:lblAlgn val="ctr"/>
        <c:lblOffset val="100"/>
        <c:noMultiLvlLbl val="0"/>
      </c:catAx>
      <c:valAx>
        <c:axId val="5955699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882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[Amazon.xlsx]Sheet1!PivotTable15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Categories contribute overall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0070C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tx2">
              <a:lumMod val="25000"/>
              <a:lumOff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tx2">
              <a:lumMod val="75000"/>
              <a:lumOff val="2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tx2">
              <a:lumMod val="90000"/>
              <a:lumOff val="1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tx2">
              <a:lumMod val="25000"/>
              <a:lumOff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tx2">
              <a:lumMod val="75000"/>
              <a:lumOff val="2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tx2">
              <a:lumMod val="90000"/>
              <a:lumOff val="1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6"/>
        <c:spPr>
          <a:solidFill>
            <a:schemeClr val="tx2">
              <a:lumMod val="25000"/>
              <a:lumOff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tx2">
              <a:lumMod val="75000"/>
              <a:lumOff val="2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tx2">
              <a:lumMod val="90000"/>
              <a:lumOff val="10000"/>
            </a:schemeClr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Sheet1!$J$31:$J$32</c:f>
              <c:strCache>
                <c:ptCount val="1"/>
                <c:pt idx="0">
                  <c:v>Electronics</c:v>
                </c:pt>
              </c:strCache>
            </c:strRef>
          </c:tx>
          <c:spPr>
            <a:solidFill>
              <a:schemeClr val="tx2">
                <a:lumMod val="10000"/>
                <a:lumOff val="90000"/>
              </a:schemeClr>
            </a:solidFill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BAD-459A-81E8-99573CF781D0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BAD-459A-81E8-99573CF781D0}"/>
              </c:ext>
            </c:extLst>
          </c:dPt>
          <c:dPt>
            <c:idx val="2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BAD-459A-81E8-99573CF781D0}"/>
              </c:ext>
            </c:extLst>
          </c:dPt>
          <c:dPt>
            <c:idx val="3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BAD-459A-81E8-99573CF781D0}"/>
              </c:ext>
            </c:extLst>
          </c:dPt>
          <c:dPt>
            <c:idx val="4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BAD-459A-81E8-99573CF781D0}"/>
              </c:ext>
            </c:extLst>
          </c:dPt>
          <c:cat>
            <c:strRef>
              <c:f>Sheet1!$I$33:$I$38</c:f>
              <c:strCache>
                <c:ptCount val="5"/>
                <c:pt idx="0">
                  <c:v>Australia</c:v>
                </c:pt>
                <c:pt idx="1">
                  <c:v>Canada</c:v>
                </c:pt>
                <c:pt idx="2">
                  <c:v>India</c:v>
                </c:pt>
                <c:pt idx="3">
                  <c:v>United Kingdom</c:v>
                </c:pt>
                <c:pt idx="4">
                  <c:v>United States</c:v>
                </c:pt>
              </c:strCache>
            </c:strRef>
          </c:cat>
          <c:val>
            <c:numRef>
              <c:f>Sheet1!$J$33:$J$38</c:f>
              <c:numCache>
                <c:formatCode>General</c:formatCode>
                <c:ptCount val="5"/>
                <c:pt idx="0">
                  <c:v>656006.46000000066</c:v>
                </c:pt>
                <c:pt idx="1">
                  <c:v>920603.03999999864</c:v>
                </c:pt>
                <c:pt idx="2">
                  <c:v>2345341.2899999944</c:v>
                </c:pt>
                <c:pt idx="3">
                  <c:v>772226.1199999993</c:v>
                </c:pt>
                <c:pt idx="4">
                  <c:v>10890040.270000076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BAD-459A-81E8-99573CF78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[Amazon.xlsx]Sheet1!PivotTable7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tx2">
              <a:lumMod val="90000"/>
              <a:lumOff val="1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tx2">
              <a:lumMod val="90000"/>
              <a:lumOff val="1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tx2">
              <a:lumMod val="90000"/>
              <a:lumOff val="1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tx2">
              <a:lumMod val="90000"/>
              <a:lumOff val="1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tx2">
              <a:lumMod val="10000"/>
              <a:lumOff val="90000"/>
            </a:schemeClr>
          </a:solidFill>
          <a:ln w="19050">
            <a:solidFill>
              <a:schemeClr val="tx2">
                <a:lumMod val="90000"/>
                <a:lumOff val="1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tx2">
              <a:lumMod val="50000"/>
              <a:lumOff val="5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tx2">
              <a:lumMod val="90000"/>
              <a:lumOff val="10000"/>
            </a:schemeClr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Sheet1!$E$8:$E$9</c:f>
              <c:strCache>
                <c:ptCount val="1"/>
                <c:pt idx="0">
                  <c:v>CoreTech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 w="19050">
              <a:solidFill>
                <a:schemeClr val="tx2">
                  <a:lumMod val="90000"/>
                  <a:lumOff val="10000"/>
                </a:schemeClr>
              </a:solidFill>
            </a:ln>
            <a:effectLst/>
          </c:spPr>
          <c:invertIfNegative val="0"/>
          <c:cat>
            <c:strRef>
              <c:f>Sheet1!$D$10:$D$13</c:f>
              <c:strCache>
                <c:ptCount val="3"/>
                <c:pt idx="0">
                  <c:v>Cookware Set</c:v>
                </c:pt>
                <c:pt idx="1">
                  <c:v>LED Desk Lamp</c:v>
                </c:pt>
                <c:pt idx="2">
                  <c:v>Water Bottle</c:v>
                </c:pt>
              </c:strCache>
            </c:strRef>
          </c:cat>
          <c:val>
            <c:numRef>
              <c:f>Sheet1!$E$10:$E$13</c:f>
              <c:numCache>
                <c:formatCode>General</c:formatCode>
                <c:ptCount val="3"/>
                <c:pt idx="0">
                  <c:v>229</c:v>
                </c:pt>
                <c:pt idx="1">
                  <c:v>218</c:v>
                </c:pt>
                <c:pt idx="2">
                  <c:v>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64-4B85-9D34-9558FE5FED29}"/>
            </c:ext>
          </c:extLst>
        </c:ser>
        <c:ser>
          <c:idx val="1"/>
          <c:order val="1"/>
          <c:tx>
            <c:strRef>
              <c:f>Sheet1!$F$8:$F$9</c:f>
              <c:strCache>
                <c:ptCount val="1"/>
                <c:pt idx="0">
                  <c:v>FitLife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Sheet1!$D$10:$D$13</c:f>
              <c:strCache>
                <c:ptCount val="3"/>
                <c:pt idx="0">
                  <c:v>Cookware Set</c:v>
                </c:pt>
                <c:pt idx="1">
                  <c:v>LED Desk Lamp</c:v>
                </c:pt>
                <c:pt idx="2">
                  <c:v>Water Bottle</c:v>
                </c:pt>
              </c:strCache>
            </c:strRef>
          </c:cat>
          <c:val>
            <c:numRef>
              <c:f>Sheet1!$F$10:$F$13</c:f>
              <c:numCache>
                <c:formatCode>General</c:formatCode>
                <c:ptCount val="3"/>
                <c:pt idx="0">
                  <c:v>212</c:v>
                </c:pt>
                <c:pt idx="1">
                  <c:v>233</c:v>
                </c:pt>
                <c:pt idx="2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64-4B85-9D34-9558FE5FED29}"/>
            </c:ext>
          </c:extLst>
        </c:ser>
        <c:ser>
          <c:idx val="2"/>
          <c:order val="2"/>
          <c:tx>
            <c:strRef>
              <c:f>Sheet1!$G$8:$G$9</c:f>
              <c:strCache>
                <c:ptCount val="1"/>
                <c:pt idx="0">
                  <c:v>NexPro</c:v>
                </c:pt>
              </c:strCache>
            </c:strRef>
          </c:tx>
          <c:spPr>
            <a:solidFill>
              <a:schemeClr val="accent3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Sheet1!$D$10:$D$13</c:f>
              <c:strCache>
                <c:ptCount val="3"/>
                <c:pt idx="0">
                  <c:v>Cookware Set</c:v>
                </c:pt>
                <c:pt idx="1">
                  <c:v>LED Desk Lamp</c:v>
                </c:pt>
                <c:pt idx="2">
                  <c:v>Water Bottle</c:v>
                </c:pt>
              </c:strCache>
            </c:strRef>
          </c:cat>
          <c:val>
            <c:numRef>
              <c:f>Sheet1!$G$10:$G$13</c:f>
              <c:numCache>
                <c:formatCode>General</c:formatCode>
                <c:ptCount val="3"/>
                <c:pt idx="0">
                  <c:v>215</c:v>
                </c:pt>
                <c:pt idx="1">
                  <c:v>213</c:v>
                </c:pt>
                <c:pt idx="2">
                  <c:v>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64-4B85-9D34-9558FE5FE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53017519"/>
        <c:axId val="320678383"/>
      </c:barChart>
      <c:catAx>
        <c:axId val="17530175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0678383"/>
        <c:crosses val="autoZero"/>
        <c:auto val="1"/>
        <c:lblAlgn val="ctr"/>
        <c:lblOffset val="100"/>
        <c:noMultiLvlLbl val="0"/>
      </c:catAx>
      <c:valAx>
        <c:axId val="32067838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30175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[Amazon.xlsx]Sheet1!PivotTable10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Sheet1!$B$41:$B$42</c:f>
              <c:strCache>
                <c:ptCount val="1"/>
                <c:pt idx="0">
                  <c:v>California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Sheet1!$A$43:$A$46</c:f>
              <c:strCache>
                <c:ptCount val="3"/>
                <c:pt idx="0">
                  <c:v>Cookware Set</c:v>
                </c:pt>
                <c:pt idx="1">
                  <c:v>LED Desk Lamp</c:v>
                </c:pt>
                <c:pt idx="2">
                  <c:v>Water Bottle</c:v>
                </c:pt>
              </c:strCache>
            </c:strRef>
          </c:cat>
          <c:val>
            <c:numRef>
              <c:f>Sheet1!$B$43:$B$46</c:f>
              <c:numCache>
                <c:formatCode>General</c:formatCode>
                <c:ptCount val="3"/>
                <c:pt idx="0">
                  <c:v>397</c:v>
                </c:pt>
                <c:pt idx="1">
                  <c:v>431</c:v>
                </c:pt>
                <c:pt idx="2">
                  <c:v>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F9-49F9-A812-360653206D67}"/>
            </c:ext>
          </c:extLst>
        </c:ser>
        <c:ser>
          <c:idx val="1"/>
          <c:order val="1"/>
          <c:tx>
            <c:strRef>
              <c:f>Sheet1!$C$41:$C$42</c:f>
              <c:strCache>
                <c:ptCount val="1"/>
                <c:pt idx="0">
                  <c:v>Florida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Sheet1!$A$43:$A$46</c:f>
              <c:strCache>
                <c:ptCount val="3"/>
                <c:pt idx="0">
                  <c:v>Cookware Set</c:v>
                </c:pt>
                <c:pt idx="1">
                  <c:v>LED Desk Lamp</c:v>
                </c:pt>
                <c:pt idx="2">
                  <c:v>Water Bottle</c:v>
                </c:pt>
              </c:strCache>
            </c:strRef>
          </c:cat>
          <c:val>
            <c:numRef>
              <c:f>Sheet1!$C$43:$C$46</c:f>
              <c:numCache>
                <c:formatCode>General</c:formatCode>
                <c:ptCount val="3"/>
                <c:pt idx="0">
                  <c:v>136</c:v>
                </c:pt>
                <c:pt idx="1">
                  <c:v>124</c:v>
                </c:pt>
                <c:pt idx="2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F9-49F9-A812-360653206D67}"/>
            </c:ext>
          </c:extLst>
        </c:ser>
        <c:ser>
          <c:idx val="2"/>
          <c:order val="2"/>
          <c:tx>
            <c:strRef>
              <c:f>Sheet1!$D$41:$D$42</c:f>
              <c:strCache>
                <c:ptCount val="1"/>
                <c:pt idx="0">
                  <c:v>Texas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Sheet1!$A$43:$A$46</c:f>
              <c:strCache>
                <c:ptCount val="3"/>
                <c:pt idx="0">
                  <c:v>Cookware Set</c:v>
                </c:pt>
                <c:pt idx="1">
                  <c:v>LED Desk Lamp</c:v>
                </c:pt>
                <c:pt idx="2">
                  <c:v>Water Bottle</c:v>
                </c:pt>
              </c:strCache>
            </c:strRef>
          </c:cat>
          <c:val>
            <c:numRef>
              <c:f>Sheet1!$D$43:$D$46</c:f>
              <c:numCache>
                <c:formatCode>General</c:formatCode>
                <c:ptCount val="3"/>
                <c:pt idx="0">
                  <c:v>490</c:v>
                </c:pt>
                <c:pt idx="1">
                  <c:v>512</c:v>
                </c:pt>
                <c:pt idx="2">
                  <c:v>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F9-49F9-A812-360653206D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62624784"/>
        <c:axId val="371719344"/>
      </c:barChart>
      <c:catAx>
        <c:axId val="762624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719344"/>
        <c:crosses val="autoZero"/>
        <c:auto val="1"/>
        <c:lblAlgn val="ctr"/>
        <c:lblOffset val="100"/>
        <c:noMultiLvlLbl val="0"/>
      </c:catAx>
      <c:valAx>
        <c:axId val="371719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624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[Amazon.xlsx]Sheet1!PivotTable14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tx2">
              <a:lumMod val="75000"/>
              <a:lumOff val="2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tx2">
              <a:lumMod val="90000"/>
              <a:lumOff val="1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53497266525992"/>
          <c:y val="8.6919257222037374E-2"/>
          <c:w val="0.6744518681202063"/>
          <c:h val="0.771347074753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Sheet1!$B$31:$B$32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Sheet1!$A$33:$A$36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Sheet1!$B$33:$B$36</c:f>
              <c:numCache>
                <c:formatCode>0.00%</c:formatCode>
                <c:ptCount val="3"/>
                <c:pt idx="0">
                  <c:v>1.453E-2</c:v>
                </c:pt>
                <c:pt idx="1">
                  <c:v>1.472E-2</c:v>
                </c:pt>
                <c:pt idx="2">
                  <c:v>1.0300000000000001E-3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0A-4604-9C22-69DDED2342DC}"/>
            </c:ext>
          </c:extLst>
        </c:ser>
        <c:ser>
          <c:idx val="1"/>
          <c:order val="1"/>
          <c:tx>
            <c:strRef>
              <c:f>Sheet1!$C$31:$C$32</c:f>
              <c:strCache>
                <c:ptCount val="1"/>
                <c:pt idx="0">
                  <c:v>Delivered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Sheet1!$A$33:$A$36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Sheet1!$C$33:$C$36</c:f>
              <c:numCache>
                <c:formatCode>0.00%</c:formatCode>
                <c:ptCount val="3"/>
                <c:pt idx="0">
                  <c:v>0.36381000000000002</c:v>
                </c:pt>
                <c:pt idx="1">
                  <c:v>0.35453000000000001</c:v>
                </c:pt>
                <c:pt idx="2">
                  <c:v>2.794E-2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0A-4604-9C22-69DDED2342DC}"/>
            </c:ext>
          </c:extLst>
        </c:ser>
        <c:ser>
          <c:idx val="2"/>
          <c:order val="2"/>
          <c:tx>
            <c:strRef>
              <c:f>Sheet1!$D$31:$D$32</c:f>
              <c:strCache>
                <c:ptCount val="1"/>
                <c:pt idx="0">
                  <c:v>Pending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Sheet1!$A$33:$A$36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Sheet1!$D$33:$D$36</c:f>
              <c:numCache>
                <c:formatCode>0.00%</c:formatCode>
                <c:ptCount val="3"/>
                <c:pt idx="0">
                  <c:v>2.0670000000000001E-2</c:v>
                </c:pt>
                <c:pt idx="1">
                  <c:v>1.8700000000000001E-2</c:v>
                </c:pt>
                <c:pt idx="2">
                  <c:v>1.66E-3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0A-4604-9C22-69DDED2342DC}"/>
            </c:ext>
          </c:extLst>
        </c:ser>
        <c:ser>
          <c:idx val="3"/>
          <c:order val="3"/>
          <c:tx>
            <c:strRef>
              <c:f>Sheet1!$E$31:$E$32</c:f>
              <c:strCache>
                <c:ptCount val="1"/>
                <c:pt idx="0">
                  <c:v>Returned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Sheet1!$A$33:$A$36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Sheet1!$E$33:$E$36</c:f>
              <c:numCache>
                <c:formatCode>0.00%</c:formatCode>
                <c:ptCount val="3"/>
                <c:pt idx="0">
                  <c:v>1.5010000000000001E-2</c:v>
                </c:pt>
                <c:pt idx="1">
                  <c:v>1.427E-2</c:v>
                </c:pt>
                <c:pt idx="2">
                  <c:v>1.2099999999999999E-3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70A-4604-9C22-69DDED2342DC}"/>
            </c:ext>
          </c:extLst>
        </c:ser>
        <c:ser>
          <c:idx val="4"/>
          <c:order val="4"/>
          <c:tx>
            <c:strRef>
              <c:f>Sheet1!$F$31:$F$32</c:f>
              <c:strCache>
                <c:ptCount val="1"/>
                <c:pt idx="0">
                  <c:v>Shipped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Sheet1!$A$33:$A$36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Sheet1!$F$33:$F$36</c:f>
              <c:numCache>
                <c:formatCode>0.00%</c:formatCode>
                <c:ptCount val="3"/>
                <c:pt idx="0">
                  <c:v>7.5249999999999997E-2</c:v>
                </c:pt>
                <c:pt idx="1">
                  <c:v>7.1510000000000004E-2</c:v>
                </c:pt>
                <c:pt idx="2">
                  <c:v>5.1599999999999997E-3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0A-4604-9C22-69DDED2342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977643280"/>
        <c:axId val="1138820144"/>
      </c:barChart>
      <c:catAx>
        <c:axId val="1977643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8820144"/>
        <c:crosses val="autoZero"/>
        <c:auto val="1"/>
        <c:lblAlgn val="ctr"/>
        <c:lblOffset val="100"/>
        <c:noMultiLvlLbl val="0"/>
      </c:catAx>
      <c:valAx>
        <c:axId val="113882014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643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[Amazon.xlsx]Sheet1!PivotTable9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Sheet1!$D$52:$D$53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Sheet1!$C$54:$C$60</c:f>
              <c:strCache>
                <c:ptCount val="6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Home &amp; Kitchen</c:v>
                </c:pt>
                <c:pt idx="4">
                  <c:v>Sports &amp; Outdoors</c:v>
                </c:pt>
                <c:pt idx="5">
                  <c:v>Toys &amp; Games</c:v>
                </c:pt>
              </c:strCache>
            </c:strRef>
          </c:cat>
          <c:val>
            <c:numRef>
              <c:f>Sheet1!$D$54:$D$60</c:f>
              <c:numCache>
                <c:formatCode>General</c:formatCode>
                <c:ptCount val="6"/>
                <c:pt idx="0">
                  <c:v>500</c:v>
                </c:pt>
                <c:pt idx="1">
                  <c:v>467</c:v>
                </c:pt>
                <c:pt idx="2">
                  <c:v>544</c:v>
                </c:pt>
                <c:pt idx="3">
                  <c:v>508</c:v>
                </c:pt>
                <c:pt idx="4">
                  <c:v>497</c:v>
                </c:pt>
                <c:pt idx="5">
                  <c:v>512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7D-4E1F-96CD-6FA408EA95CE}"/>
            </c:ext>
          </c:extLst>
        </c:ser>
        <c:ser>
          <c:idx val="1"/>
          <c:order val="1"/>
          <c:tx>
            <c:strRef>
              <c:f>Sheet1!$E$52:$E$53</c:f>
              <c:strCache>
                <c:ptCount val="1"/>
                <c:pt idx="0">
                  <c:v>Returned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Sheet1!$C$54:$C$60</c:f>
              <c:strCache>
                <c:ptCount val="6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Home &amp; Kitchen</c:v>
                </c:pt>
                <c:pt idx="4">
                  <c:v>Sports &amp; Outdoors</c:v>
                </c:pt>
                <c:pt idx="5">
                  <c:v>Toys &amp; Games</c:v>
                </c:pt>
              </c:strCache>
            </c:strRef>
          </c:cat>
          <c:val>
            <c:numRef>
              <c:f>Sheet1!$E$54:$E$60</c:f>
              <c:numCache>
                <c:formatCode>General</c:formatCode>
                <c:ptCount val="6"/>
                <c:pt idx="0">
                  <c:v>523</c:v>
                </c:pt>
                <c:pt idx="1">
                  <c:v>504</c:v>
                </c:pt>
                <c:pt idx="2">
                  <c:v>475</c:v>
                </c:pt>
                <c:pt idx="3">
                  <c:v>534</c:v>
                </c:pt>
                <c:pt idx="4">
                  <c:v>518</c:v>
                </c:pt>
                <c:pt idx="5">
                  <c:v>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7D-4E1F-96CD-6FA408EA9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53476288"/>
        <c:axId val="2042934896"/>
      </c:barChart>
      <c:catAx>
        <c:axId val="4534762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2934896"/>
        <c:crosses val="autoZero"/>
        <c:auto val="1"/>
        <c:lblAlgn val="ctr"/>
        <c:lblOffset val="100"/>
        <c:noMultiLvlLbl val="0"/>
      </c:catAx>
      <c:valAx>
        <c:axId val="204293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476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[Amazon.xlsx]Sheet1!PivotTable13</c:name>
    <c:fmtId val="8"/>
  </c:pivotSource>
  <c:chart>
    <c:autoTitleDeleted val="1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Sheet1!$G$18:$G$19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Sheet1!$F$20:$F$26</c:f>
              <c:strCache>
                <c:ptCount val="6"/>
                <c:pt idx="0">
                  <c:v>Amazon Pay</c:v>
                </c:pt>
                <c:pt idx="1">
                  <c:v>Cash on Delivery</c:v>
                </c:pt>
                <c:pt idx="2">
                  <c:v>Credit Card</c:v>
                </c:pt>
                <c:pt idx="3">
                  <c:v>Debit Card</c:v>
                </c:pt>
                <c:pt idx="4">
                  <c:v>Net Banking</c:v>
                </c:pt>
                <c:pt idx="5">
                  <c:v>UPI</c:v>
                </c:pt>
              </c:strCache>
            </c:strRef>
          </c:cat>
          <c:val>
            <c:numRef>
              <c:f>Sheet1!$G$20:$G$26</c:f>
              <c:numCache>
                <c:formatCode>0.00%</c:formatCode>
                <c:ptCount val="6"/>
                <c:pt idx="0">
                  <c:v>7.3959999999999998E-2</c:v>
                </c:pt>
                <c:pt idx="1">
                  <c:v>2.4340000000000001E-2</c:v>
                </c:pt>
                <c:pt idx="2">
                  <c:v>0.17050999999999999</c:v>
                </c:pt>
                <c:pt idx="3">
                  <c:v>9.7949999999999995E-2</c:v>
                </c:pt>
                <c:pt idx="4">
                  <c:v>4.8730000000000002E-2</c:v>
                </c:pt>
                <c:pt idx="5">
                  <c:v>7.3779999999999998E-2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6-4600-9BD8-D0E6A7B3A73A}"/>
            </c:ext>
          </c:extLst>
        </c:ser>
        <c:ser>
          <c:idx val="1"/>
          <c:order val="1"/>
          <c:tx>
            <c:strRef>
              <c:f>Sheet1!$H$18:$H$19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Sheet1!$F$20:$F$26</c:f>
              <c:strCache>
                <c:ptCount val="6"/>
                <c:pt idx="0">
                  <c:v>Amazon Pay</c:v>
                </c:pt>
                <c:pt idx="1">
                  <c:v>Cash on Delivery</c:v>
                </c:pt>
                <c:pt idx="2">
                  <c:v>Credit Card</c:v>
                </c:pt>
                <c:pt idx="3">
                  <c:v>Debit Card</c:v>
                </c:pt>
                <c:pt idx="4">
                  <c:v>Net Banking</c:v>
                </c:pt>
                <c:pt idx="5">
                  <c:v>UPI</c:v>
                </c:pt>
              </c:strCache>
            </c:strRef>
          </c:cat>
          <c:val>
            <c:numRef>
              <c:f>Sheet1!$H$20:$H$26</c:f>
              <c:numCache>
                <c:formatCode>0.00%</c:formatCode>
                <c:ptCount val="6"/>
                <c:pt idx="0">
                  <c:v>7.0720000000000005E-2</c:v>
                </c:pt>
                <c:pt idx="1">
                  <c:v>2.2960000000000001E-2</c:v>
                </c:pt>
                <c:pt idx="2">
                  <c:v>0.16686000000000001</c:v>
                </c:pt>
                <c:pt idx="3">
                  <c:v>9.4920000000000004E-2</c:v>
                </c:pt>
                <c:pt idx="4">
                  <c:v>4.7039999999999998E-2</c:v>
                </c:pt>
                <c:pt idx="5">
                  <c:v>7.1230000000000002E-2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A6-4600-9BD8-D0E6A7B3A73A}"/>
            </c:ext>
          </c:extLst>
        </c:ser>
        <c:ser>
          <c:idx val="2"/>
          <c:order val="2"/>
          <c:tx>
            <c:strRef>
              <c:f>Sheet1!$I$18:$I$19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Sheet1!$F$20:$F$26</c:f>
              <c:strCache>
                <c:ptCount val="6"/>
                <c:pt idx="0">
                  <c:v>Amazon Pay</c:v>
                </c:pt>
                <c:pt idx="1">
                  <c:v>Cash on Delivery</c:v>
                </c:pt>
                <c:pt idx="2">
                  <c:v>Credit Card</c:v>
                </c:pt>
                <c:pt idx="3">
                  <c:v>Debit Card</c:v>
                </c:pt>
                <c:pt idx="4">
                  <c:v>Net Banking</c:v>
                </c:pt>
                <c:pt idx="5">
                  <c:v>UPI</c:v>
                </c:pt>
              </c:strCache>
            </c:strRef>
          </c:cat>
          <c:val>
            <c:numRef>
              <c:f>Sheet1!$I$20:$I$26</c:f>
              <c:numCache>
                <c:formatCode>0.00%</c:formatCode>
                <c:ptCount val="6"/>
                <c:pt idx="0">
                  <c:v>5.4900000000000001E-3</c:v>
                </c:pt>
                <c:pt idx="1">
                  <c:v>1.98E-3</c:v>
                </c:pt>
                <c:pt idx="2">
                  <c:v>1.3010000000000001E-2</c:v>
                </c:pt>
                <c:pt idx="3">
                  <c:v>7.3699999999999998E-3</c:v>
                </c:pt>
                <c:pt idx="4">
                  <c:v>3.5000000000000001E-3</c:v>
                </c:pt>
                <c:pt idx="5">
                  <c:v>5.6499999999999996E-3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A6-4600-9BD8-D0E6A7B3A7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03191216"/>
        <c:axId val="1138777904"/>
      </c:barChart>
      <c:catAx>
        <c:axId val="1103191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8777904"/>
        <c:crosses val="autoZero"/>
        <c:auto val="1"/>
        <c:lblAlgn val="ctr"/>
        <c:lblOffset val="100"/>
        <c:noMultiLvlLbl val="0"/>
      </c:catAx>
      <c:valAx>
        <c:axId val="1138777904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3191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[Amazon.xlsx]Sheet1!$J$12</cx:f>
        <cx:lvl ptCount="1">
          <cx:pt idx="0">United States</cx:pt>
        </cx:lvl>
      </cx:strDim>
      <cx:numDim type="colorVal">
        <cx:f>[Amazon.xlsx]Sheet1!$K$12</cx:f>
        <cx:lvl ptCount="1" formatCode="General">
          <cx:pt idx="0">64310048.499999538</cx:pt>
        </cx:lvl>
      </cx:numDim>
    </cx:data>
  </cx:chartData>
  <cx:chart>
    <cx:title pos="t" align="ctr" overlay="0">
      <cx:tx>
        <cx:txData>
          <cx:v/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400" b="1" i="0" u="none" strike="noStrike" baseline="0" dirty="0">
            <a:solidFill>
              <a:sysClr val="windowText" lastClr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cx:txPr>
    </cx:title>
    <cx:plotArea>
      <cx:plotAreaRegion>
        <cx:series layoutId="regionMap" uniqueId="{00000000-BC40-49E7-B9DE-77F5B3E19DE8}">
          <cx:spPr>
            <a:solidFill>
              <a:srgbClr val="1E3A6C"/>
            </a:solidFill>
          </cx:spPr>
          <cx:dataId val="0"/>
          <cx:layoutPr>
            <cx:geography cultureLanguage="en-US" cultureRegion="IN" attribution="Powered by Bing">
              <cx:geoCache provider="{E9337A44-BEBE-4D9F-B70C-5C5E7DAFC167}">
                <cx:binary>lHpZc904kvVfcfh5WIUdREfXPJD3Xq2WF1n+qvzCkG0VwQUAAYIEyV8/SUvdX1k1IU/7wTfEDUAi
8+TJk/jn1+UfX/uH+/BqMb0d//F1+e21jnH4x6+/jl/1g7kffzHN1+BG92f85aszv7o//2y+Pvz6
Ldynxta/EoTZr1/1fYgPy+v//id8rX5w1+7rfWycfT89hPXDwzj1cXzh3v9669VXN9m4v17Dl357
fWeb+PDt1W28jw/j61cPNjZx/bgOD7+9/uHJ169+ff69v439qofpxekbvEvVLxxRLhmV6Ps/+vpV
72z9dDtT6heEcyqoYur7P/avsW/uDbz/f57W90ndf/sWHsbx1dPv317/YSV/u9uMrnw0Sun2ud/d
fl/srz8a/b//+ewCLP/Zlb/sy0v3/m23w328P343+F/efPnuv/bg2asv7dvjll58++01YWDlf2/j
/omn916w+b/fe7gf42+vMyF+UZJSwSXsnsIMidev0sN+C0vyC8dEoVxRzpnI89evrAtR//Za4l8o
ZxK2m+SY8NevRjft13H+i6KEY6UwkVhJIv/t6+9cv9bO/tsaT3+/spN55xobR/Ax8Knh8bF9lvuI
mCAlMCVSKJoTmMDw9f4DxBM8jf+rx22wOHX8IcdVnNSRDGzI+hINc7N94nwaunuWBT6erF/HlR0i
WbheysxV6EttA7NZ6cjSyUul+TodOpVZf56U6cc3PTdDthauW/jwhXexXdwBbNW3tKylZPhBLm6d
PvR6kf19nvOh+koN9eKmFo0faGFwM8JU2MCDeasxiske6p6Hbihc4sZcY7l6mHJtDF6viKG2/TMb
Zwfv/GVL/xcjyWc2UkgRprhgSsD2EQQe8VcbSWyaSQudP1TJ2dafR8N6dt6zeQzyfBvr2KRya4a+
+bNHVUOq08vDY/J8fCmppITRnMJOwWR+HH9raT4KJJpvLe5o15TRUU51oRTJfHsKS6pDPAQda6aL
jGXbYN8lRteRlJhtItHLKLQdu8I5TwO+UTz3cO/lSYIL/9WPJKKUshxcSGCmdrf8cY6LbjKiA82+
iSzMiBzqTdbSn/qcRYoKG6IQnzuOqnjx8rjP9mYflykmCeGIqJw+H3eYViddRvNv9Qo+J4oZDf34
u2YVsXWR2mZq3toKskwstHaEiOLl4dXfli1ZjllOFOM5gRj6cdk1n5sMLZp+y2QvPS15QoLfQyBl
8cJtjexvmgw7/IZ2fp1uuxGhTRejbnowysszAUT4cQM4ESznPBdcgDXosw2IokHt2tnqa6U2y8OZ
84Op1mNWmVGtZ2seFtiVl4f8++JzmQsmeI4UgqyEfly8lrrq2xWFb0wkiPLTisWGuxMPaRrZsckr
Jj6HCazui1FIKT47tM5BHefGoSH9xBHwMySTiCvEIEogUCnAaf5sNrXaWq6GmH3RTZAmO1+i3gPC
LE5DMptSyzZWNmZcyVAsilCYFW+Qnm7NINq1tBkO9lYZbYI9eO4C+WDmxo5fXrbZjqd/wVuJMUWM
IcaxBAyn4hmWTKnKA/Lb8mUJMYAToKlDYCy0JMqzYgl0zm4H0vk9aGJy+08z1NN/aiyMhWSCIqFy
RhlA249bl3syxnUU7ovteQYY3gJ6bamYVxRXfkUrDrg/1lPo7k3LLSBqGEzA/DzP2mzuCq8BbXfk
XzW8ZZutn6/Y0g3O/ARW8HMfw7uRJBEyJ7DDQjzLTwtNdlB2o1/GiojMHNs4Dv30zm+xGWyZ/Oph
cpk0M9xzqzduPeTdtma3aRiqi1GFvq1Ls21ovTLa21gVViFRxXLiKOs/CKPqzZSEqgUgkWTtiu0l
2lQPX+2aKnn/kzDF+JkDEIFzJZRAmHLBwVl/tDx4pvWznYfPkjve8nJAOQdXrKpJqVDiTWYA7dX6
iJ79xODe9B1OBlzlcGtJkQp/mhL9eUCz5yhOgG0oCCSMCd2B5JlbdEs3mkq74fMQIIr8kY5dzt4Q
rOl6RcdpBXOoau63T0Yv6yqLSYfkdQmAn8SH2m9Vdh4Ma7dPIZtGcZM3YicIC5tNr866ie/b40aq
wIXWWfL5wxDabvu09aJLXYH6fk9aDVgfNshZpeEiXQMwkdwsC+wd5e0KP+OG6pgfBj7S8STktO9d
t9QNEAz/fXiV19maitwtLXzCAXmAmTeZ3blBHLjp7pdRWD+c1BzwfMuo2+J1CF0Vir43gZgyqyuz
nNcMkusfNrcV+zSjGYOTybwGnjF764CivIwNzyEcrC+RlMDxmRSc4meuQavV1lgN/ecNmzHUxUKQ
HMYiudb1F3TyCYDi5RGfoxGRgEUEQ97GDHL38xHHgEadDE1/0G3anTFNbIc/MsoOkreYPRefq5Zu
4ISJTHGs30gAFvDTl6ex09kfUJFKIYiExMUJIgxY8o9BsdF58pkS5pNh1kRaRDfx7MF57QGNdDda
fAyVdM27ecxrQJxBc1cf6zyS2RW5lKmfi0hqf9VXubhdaOjztRgTFvOHmGeoKT3fFncFToR00SJW
NUPBKoH3YNcI/NDNGtjFRdV2cY/8mXH6lkC+H9aCdoEu89nLK36OazmFBAV0A1a9V3RQE/y44k5U
2iY/yrt5sghILA+BAImdt91vGZAsdq5xWsBtl05R+Knjd2abiWF3aTq1iVS31SJ2lya+2Uw4bwZC
d4j024jwyffzMDZnG187iLoqmZ1T4zU3EJ0Sewijl5dEniFbDgwoh7QJqAY7iDF6BtWeWrO51pK7
PGoKsRWHep9AzOi0h+73OCYIrTC3Si97iANW7pASBg+JJtMYaDxe+H7J+W7s7nvVSnbepH63g1+T
EzeVX+CpRtN9iWttxHjqMhnoacjDTMdyhXwBy/3J0p6xTFiawpQRDKGCOAO+9+NuxaXDsp/cekfr
eUeqGDy41tZvjfsaUd4RW6zR+e2TJHbPjyZzGDZkEaav1+NmBI71SdFsSnfAUgOYI8mWgvfReQM0
sU2mwMVY6ocd3SaAzfOGDAlgLQIjgQGbWCH4C2osDKYwNQNTxCh1FkveTy2EhFakhb8e7bNDYXf/
shGexWgOdAHYlSQ8h7IT/Y3q4rQxsQqffZyNdIAOj/SW6HyZuxIqS13bn8HCs3S0D8koEHsEaQkJ
YE0/mh21DijksMiP44TBQ+IaIzgU5H6wD2sH5vixSplbxkL0dAWD93NlgbIA6IGVUlj6+E6KMa/a
UxVZDmAAATl/CKC6QAYwGQR+XCwkqqdtq32yYMqlzy3ECkTRvh11t+wbkbUNhh+1tmr+gJxxMBPe
dZCbOhH3OvVlazNFYXF/YYqw+D0JAEhgzIAFPa9sgA6OWY2W9aPWq+irIk4dHcoqoaq9EWRjYT16
HcSQF4oQ1eoiBN/4S9RPdOHFAGwnuwq1ydibymhJS5/cUn9FTY/OUzUxceikdf031vZb+GCcMCCz
bbhPb9mM0bId8tYqPpQe+OM4nVLi+XwTvK4WVwiDDL6mKGB1sDYoXLZLnEJVuCX3W1toOwe2lPXS
zRAM8xbS2hdLxlvWnhTBE7sVfVxZXaIFT2k6G1TSuAL+VtXxImoJzKyUW5+2DcpacMXhYunWair8
OLTiNCtZ0wM32bJ9TMKR5tPE+ro6UBYJLleoT91aiDqO6qAakrqy5n19LgmNB+9Q2q4qZRE6wwlr
cqqzMdfoOHTOsLuVz3WX3SmHluXjEhca32RjtNkHyBhy+saDEOFuk3NtXTE4h/X4Xi1b351VDagb
p82x3LhCdY4SXcqwjT7/gk2b22+aDG5eDuAqq39QU0wJlV2fRtyex8p6nh+gDuC9OKtM1okbhWXW
dWezGMjY6wedWxrBygumeWBvNupmcOkNh3HQ76lAUaCjtWwY5MWkqkb315Yvna+P7VzHNF8nXtVN
c6qYSRP/UFlC/YVoma7zE/iKoF0xzBuCtN6PeZNUUWdM+HjQVdja9SLVY6abs9QYyDZlpxIDgJ2H
ZuK/u2wSfLwA50hZVSYKtAXfTAOwLlXEleaLeNsTKeEnPl7MmqaHe0hBVR/KzY3Mf9kmr8h82Yow
1OQcL1kmZbm2vJvk2WJbbPqCs3nPi4hnDSynphySyv1SrQKpsuVa8frtmoY0yHdtlbWpP8mOZmS4
6KZV5fNb0VLeqMIrtWsSMkSuu0+yrqpsu2KsH8FS2eoBst8AanvNrzJaBdlf48Y3uH/XtqnNq2Nq
AQjqo2swhbkDZO1TWuesR+SIar02/oCGrg35wUaUcfs7qYmF8UzbK3U31bn3ZYA6GCxL8qmBDFJi
ofePwPyBshTeq53TMz3C6stBY0vFqdVptxjtYwc/btQxu7VG7pDP5ljnslQpOnCAzQLfOIsqGHhu
eFyqjnwD8/lWwj/IJWMFo/UaQ5FpcbNvDx6YJvz/4X7Z7WyZakFLyqYswFZktss1e/AeChp/Ck0D
TKtMOV6lL5tc8ymDHWSTnz7F1k6NBXtlenNnetoYXt7krdyn3MBOD9utAM+CESjc8l+qbNkdTIRs
33m+ZnCtV2Y3zTxjeBRSbO4TzGG2IwxbPq0nBEr9FxDcNFzjy+DEbcdZpWjJkgIBqBikxmCLJ++p
tlHBJ2Wb7Yur4vrdGBN4TSifOK7iG9//oiPv3lDUhOz2ydTZ4+P/MvLjc6AUkO6NJIOBCWCb6flL
14ihCWeNpSss2pMNuhtFTWjdoFsowGunCv64UW6bI7gaVN5TqC8sVmvFC9zpeRVvlZkcWGkmpodH
yAAaWyhB5qhmVXRo3UlvbTiBi72skf+iHi3oBoggwLXHNWnSQI1WDs6KhM/XKd+rc/S4tY/uIaqu
B/sI1sAbRy77ffGLWDX4aY3DPoxmWsDF1Xkk9d2WNWyKl7BSupv30ZG2aZ1glrDI/Su4CSO8B50N
Ct41Rr1P/dGg2ZY2+MP11DF5zBC3XXuxES6X4axGoGihY2omBzGt2npXPsYE+9vMkvgvWNQW3Gfk
wFhh8WEGsvt2BC17/yCZ9x821zn89Bbt4WA2vs/fTqLW6W7q675uTrbO4bvaU1zT825cJY5X9NFX
mnZUUZ49mVy1c4DpLA3t4COQARwM3g5NB3l+xn4T6A6YW5vPh8Fn0TYlGusKBuetdlAyxX4AbbMH
wQAkG9gmPV1IV+/hPEF+hWvdOok2P3VAFpf1kqqxX9x5ZA4ZU/aK9WYuqrEG2RArPMHzOvoRfoA0
8v7G+An+X00CEY2jhEEq8qDl9zdzFysQBVJoYXSsazd/ErZaoAqo1m33/aQAytvTQj0BhMmD7qf8
2BtIsea4ZLZS4wVXkKqWP5BYWsCbuneu686f5OQ29jq0p0n3UO9+XdnIKD0fWg3mOKPfY8a7vAeD
jVXqqu0T1blL8c7TpJM4j49LX1Q9gonosGwdrKir08iPYkMYUC4GtpsPL8PuNaBX7S7+qJ/mY5fA
Angi+3pj0xD4CeDg8LxvQArNiqbfQFdWjHRWFSBZrMK8oQMO8IRY8V7Dznwawa8eRZYN8z5Up8n6
UJGLuvIbfGN7lN4qKMtBNfScdaCXVriD0tcYqJ1sGXsQJviV6cQeT5GlBkT4ussjQCUV1Qo5b1wB
adoT1Hq78aaG7lIBmfIOtPi2tzW8HtYeVvlHAnpWZZepGkNobhRtd5HSTZDu3siuoiK+ZyBjrdVx
qdps1SeRBt6PB5AusGCFBBFIfGY1xVCSQzJUsPlbxjZYlbBmTxuGV7u7BRIwON+jJdvoQImmDWro
fJk2bir5vtumlN0GINOgKmyDV+Iz4C34V5aGDSzQMrSvoRpsBuAP5eWuUvUN8FVg1sq4NHwWatUe
f2FLL/obIfywVidG3BizP1OD26U6QkajPS/GHvTvrMx7LMMnUCRTFz+i2rd1XVZ8pXr5kCRwG/9N
zc3syR9jlYM0cRa6aTaqzMg2dp82NhHmigmywwLFPsYOOKWUXE14Ai83rSLlDBczORcyQWdqOTyt
5HEv/dCCQFxyTtd9Wd/hpu/nHf/UWu9oAux/D95mNPsT9rt6X7Vkv8YxyuCJtV73BysK6oQ5QuW+
9zaavhoglGtgi9XNFlc8HFsI1D0qldnvPLkscEpAIsWh2QMtgO96+A6nWV2GZQ1UFpgElL+btKyT
KxKyoJ6zdasUuUje7lFeZ9suB47QJ4IfBrQsXvgNgX8zBP2HG9At95l3DXQaPz8NxIOClObBVbLb
x4rNNu0mu6K1w8Ted4+A1T0KjT7Huxid9X4XIccgAmMHUxvvqkJ7MWW3U8MHWHNM0MWbLxtS7zRO
swXGkHO/T2v6HnCZ6yCPFBWf9iAfyN5mPNi07D4pq410TcH1aI056raHaDw9GgR04B30uhya4ADv
I87aK01oL/OfCF/PCnrQcgAfwIMJgJvAf5OVdYQeAujV5FY7J2DWsq4XiIbkAGZ9xvYI6mcQXnQx
N36f+0+qux9ru314sTdOkOIcw/jPCtswLS5LowSp6hEaW9CAYRZQB0AkvTzUMwEdognBcQIYCyQr
+F/sZf1fGrwp73xeAZX8l4+gbnGu9EPF2FupoGcFiCz0vqlT08IOOxYYbNkTOL48lx8lBI4Q+E+O
OSwe2uHg5+THuVQzJSDftvWtgq6a+NxwvPPxccwlPW4OqPPP7Pz3AYlSIByIXBEQF9UzXbHTAeHe
oOqDXywkirqDjH8h1w5g7imyX14g3mW7/1+07ysE7RZxiUlOMLSjng249C2rbezFhyfESHrbRftV
0JXz08LGfD61Q7WF91Oia3swk93xnAaAhmzcGOSjn8zoR0+HGUEplStIXlJxBhLdM6FxVShLcqX+
Q/8YVAl4HcT4MnUV4HqTzw1sgWbTCpGpKCQHoBaZ3ifSDtRPWzl7qOxP3FDHUbEAtKwlQL2HxyE+
KnzTrBTqyTI99rOGR5h9eRHPtxE2jiGKOHRMMMb58y4r5F0fyZLNN3rsdmTavhOhYeR2er9m+cSu
//PxOIKN3P8JIZ7ZTC7ARkiOppuntLfU2rcFcoCsrghjU/9H0hpHIPnjHJRFAG4I1b/BAU0VKNFz
0948piUgyftuyK6HuLCj3xPGywvc8eUvbgoOAe0nBhEI51EYKJrP9My0bksTNt6dS5uFjpfSGEk/
iwAB87MQ/PtQsHU5dPByBpW+fA51piJmnWpRnz9SkZmDOgJ+RLyBn5dX9ay3Bl+HExoKmvFgRagD
AFl/xBeLoq7aZVBfUQsy9VNYEdHtVDFQs5eTKZ+tKZFhgchChh46HUUPVHQsI7WLvGsTAhD8ybwe
j4j8xeCgYYIJFBzcQRSgLX/exkQI+kWy0eNZ2AjS45HwZT8lMSFGJvfnuFlotJdurEHzVYWpNqhi
i8jriM0VsAg4GlSXrhtAkbomDDQR9M5UvK7d+Qqchbubamk6vKxlRaAV9sfovYHyLLSEWX80/bSR
WCKHxGgOeeAgAV7TBTsq3qnHPmMnoEiibytrsF/edLWeFRzlmWbRYNBqWjhCcg4FkGzMoc/aAVzk
iTjJDF7TRfdId6ByyCGJie/w+lgCdd+tmbQhkFKgZN3pSZpJBkTbkRzqF0smMDdQPzHJGzr2O8nM
HjnXAE1b2Dc05Hhrim6MBm+FHYOyzUEMsm+n4l9SjId0rosngvWd2UHHL4F9N5/v5EL6GRQvqHk6
QY5D7mBI00G1M18i6KI0ddkvZoQ6D/oMfdvfUaDjit6INSo2XLQCZbtIMc4B9N/1sT5UaR2pP+hu
MiAHgzIkoftRtDrmriqzydUJmcJTONVE3imvBpmOtReM+498VfPmPkIfZO+0ATdFRNy4OEJz42Mz
gApeH8DP4ZjDSQePcVsaDGT4zxVK4jG/5GJJ5DPmyxrzG5DzquG9VartyLG1Y4agQgdAW2IJR8yg
x3+0boW9PaSFbGEtUAaKyVwCZcQ8L1e2Vum6U2MctwLa5KmBKl/lAfq1jUbjGUN9TF8EMt2qDxWD
QsAWRloTfregCGVTkT+2Ap8w0kOfvhbXuYF80p6s7gWZgN1/538gyO/8dbVxT4aPrtF/Z6lW9h2U
kkHBSZ2hmAMSBgPC1k7CNEjXkSJ12aw+QnJx+e1gVdafTMNrXui6Trd8bXh7WJtUnTVspucNotuF
Cct8DgqL+yCDIOWiuL6RTewRaNlz+FiBU5+zmruxgOjTX9ow9L/XqHGHReEKauSexjMowkHqIpZf
5QP67DoIR5sGcS1SMxwk0xp2F2Xh1MqFHVvXTG+3to/oCNVCPOYroj14rDBf9TDdEsyGq8Cy+srM
YzzyEaRxOCBTn89uUgetUv5eDtrDeYOh+daMvjr0eqiLlVl74JXyl/lGzGmtLHSn7cAZfDpfbcla
K08JPnmRQ534JSxuOoPzGNU3r7r+rFtwvxWravlJt8jdDgx6BkUP0tFYZNTVd2nZ8vs+sxwkhsl8
TDlpjohEdMmQ0k3hsoxeM5APTyGO9mFsZfUeRM0GzlFFqr5haEFBnYUH/GEmrW5Ow2qzIx5N/DDO
DIQQgILDuC7TJR3D2hXcpLyspKp0/nszE7VewMmI6etIWIuPbhoilF+N0WsxU54/5JFLc8iqLFwa
BcckDgzH9v0y0w7qN+Ou+BixL6tcu3vUjsP1Ihm6GgXePbTie2+3ntPlAjT7DZLdfAGqfHbZdFST
Qw7o9w2nRG2xbTnWUM4P2R9p8OnBZ9lSkgZv9+PYOgInHQY41rhtI3iu7oe+gJNcYToMW+qWSzHV
vi4QHpqbFUsAYij1yjnRnl6yHPXDZVh8OJFhIle8N0sBCvQnntavaKqqG4YhfOZxigeQPFFT1IuZ
5YGvjh6ZjPZm0Cz8sQ4LcEUEbfd6LKYOzmZ0pWxqPhTZRNk9dMxdQUlvzxwIGAVBJr5fsO3ej3qN
XdnFWN95vfrfwzIYUvhlWsoKh6EtWpgfdIJz0AIh8Ba9lWzJ0ztFRt2Xdpvb+9YMWwHNJ/PJusYX
wzDj9wqaGxcDCXk5BVRdssay+zEXy3ULfYgZ2iFsgkGrWFRT5qFSnuprkWeuKXrcqfuQAdk65MAb
24K3o38nkuhOAPRClKrZ5HnETr+D80Nw5iTpcEecHc7macFn7TCL+0CruwT1+93mzZaf+YGtRetN
/bCCQc50lNN0BHq63sageFUE5qGT3NWxQHqeL4TqhjMP/BgXtRzVnbJRfaHLQD+2oXJf5m3eHiZw
8MMsHXnD4MDDGYJMcfCLj7fAe7OCJztfZ2HsPm/I2TPa4wpOjIHMfaNXxCCXLYBIqG1y0Kl4J84l
NIzKYbTtWcencAdnzijMfyaXGFl6agUd/wC90L9TVodzvPbq1piwXdVj64+LBMiF8tw0N5aheBkm
lt7ZsQofQ56zr7SbARyIX+cbthoIHtDa3mIap6slyHTRpIU60JNye1YJww5QtsPJT5Bj1MWWheq6
qnR4v5Fc3+Ug6fzhtzx+hIRfn0OwyTcbziKcrRLNqVcVv4bOO6ZlNKo/5NtqKfh7sKetzty7DloD
7+rFDb6EEyvoFFLr/xjixGoo+rftOig2XcEBqg5UC+M+1nRTBjDbLEcqu/wcQy+ynIeNvc3nmkLH
IGTfsorA2bjrlbOtUeVqFuDgBzmB1J5fd5zOMh6RC10fi14N1XXKhvodqD/9TcZW+6mP4R7eqUGA
bvCn0QCDaSfZ3iyqhWOhfMDNpXID+Txl1ZTKXif0Bo4gTXcNmWd/pklPWak0llesciE/KWSsujQ6
Hw7QX2ZbMUMf/pCrzcii3aKaC0Mre+MyOIdwtWZegq0FSjFcezVDAwovAacLy7x5SxeWvZdWNUMp
lqDdUashfGjrZjZHaEWv+so0nWsOWbAcTmpWFc7O5DyO24c1t2HSZzv1QAflF9e7DqzmUt1ddqAV
hL7EEphLyc1UzW9AxWnHkk64/pjk5tbSoV5cwzHCCh8SBop4FUEgiJ94A1VpABwJQ+QCiFNt4bjT
+RyFvORkQbb9uNG1InOxLh6p6ZIA2KGLnEGn4sz3qw0HPY98ulVZ3bVwMqjuVShCVtV9V2ZMLbcN
hdM8BdGsf+9WnG1nCQrgtkTSE3SdVLvYkgToL7yRPcDpAQ7ubQcHittlS2JTCiy7y5ity9i+7ddM
qI2C+S1azAH0I9Ptp8cGws3bGFmbx8MqWtETEP5HB/GQQ9u1nPBKzJHhqdfXnYaucWEsyM/lFhdv
C2pWaEjJqe3ObcO4O9aJpzddA/LtoV2a5ZzWDOcHkSMtQaprA77o6jBAm3Tici1Igq68iOR/SDm3
3rhxLQv/IgG6URdg0A+6VPket91xO3kh4jgtkZREihQpUr/+rEr69HRPAz0HM0BeHFfJUpW0ufZa
3+b2EJHal+3MaW6aMhcZLEJ4iS+JivS7qyFNMq1CepaSJlk/uDG1aQsJN0ayBTMARG5vyrF4ClEu
SwgzWwU2taikG14g44h59hVFaK2KflSTasiwJr7uxVwm5dir1EtC7pPIFfYjQuaZXvG1yr8Mzn0+
jnH4OIzq81Arwhu0CfPzDuakpxXV5xiLR4wiUWjEcuVxO4V0etAZsyc36rpVqzpUUwIfVc08k/lZ
L1PRaV2ExlYsR3112/x1G+hxKuWEeHHw9B7JZxW3iTf72h1YbPLH2ozZcwmwSXfMwYPC/YAbpgGn
t78nUomf1bqYqjdlOdwZuchnu5pt6K0fHL2Gmz2UTTT7+nqWfO3SZZ1OYqXkeRFx0tfbKG8FJdF9
Knx+myqEqXIwCNVrtEVdmlL3ZbGlPR8+TacmLrEId3HtVtOrpJAP4Br37VrpnTa12WPfrmLgbV4Y
p5o6mSnYVoCa9toUuLg+wHx/Pqhm7xR5/HrmyP06jYdyb44g9ANWeSz+rBBTxzj0BU6BPmHVYSdb
1kVrFzW+cDYkn+EI+hNgovos43o+larkjxGPdevmYnyNl/njxEGoDWjcTmVK+Se5p5tsSCblpyym
+samGfUN1Z5XLYNpe0NVioseYjjvzLsWTXj2gaMtuXF7wr6KMSs/CzokryLJ9juHRLkjapXXGazs
F4QCqbjUNK+ajMfrfUFpBt2K4ni5CfOvubg06WGZL6u2T82bdFXE+qlgCGhhcsvieiELk63RzG/I
wA4JE7PcedJmE+pIU0SMk/tJmfRtHMdNNOmEc2j4VI5VK3DcFrYc7okxKHI9FzYtO7TwbtLQWmK4
mZXcflXo2sZWqCyLP2Ph3XVTR9XurqJNFN2meHTFVpJ+vPAMp+RwwjYsROoDIZ6/WVcpLA/oPE/S
UlBakpLsDpGivlUBsEujB0iaO2+sehPp5llrYH+6hrnJf922gGcFDyX6NKvgrr47pGmuQVLo+oW7
7Abm+QCUi/kDYh4467ccaCs9zeW43eYB/VsTQY5s3UTXiPTROoNFjg9HXjYzTZ9K5XwrTGa6KY7W
+MHuZfKM1K+qQStBwzXFto/TeYeoukH1W/ber+PIIeVqSE/QJZF8yMY9iVpLL4RgmGOieq0cJh9A
yuAmavNxHnku3GlwBSKeWbRcQKTp/tLGupaGlaXQ1NlCj9fF2EV8SGWymw5dBRUoaXUhD9XqxA5T
OEdxypf8Q2EzWjUiWVn2ZQLOGi2tiyrP6QlBnvDxvRhlIesW3bbPVWOPcTa2LbHgktCNyNWqqbGg
zPPQLS7QWdyGisLSaY1FA6YeJwfXKms88PPanrRVK3sdBpHLodvxqCDewZRQtujG+VUW22mAVluu
7Wij+TezGu9IP4LLmpeerMgAn2mcIhM6KwBc29LpkEcxf+RWCXwPeQSMy3IQ1sgmHPB7XP63OarL
GJ+j4UvoajV68ko0ScfnHyZypC5ByDbVF8s2TahXt5jWuyAF4Bgu+Qyew6N8H3Ia++IM3vvA87Ym
pmafrNrHaGyWCgZchM6W8r3AEoFyvL3YEYZCdbdBUPqHmNdxyFs7GLuK84HUDd8Wljwu+VtW2cXN
HZk2G5bbzOLyjgZzi2lqWsA42Uyfs40oVvQFAFqW3cTWrkGCj2IbNA56h2E9KVVx1ONok50AHXWf
AjKDdFc1KmaoGURUlZ/ZVs4hKLjDDg4va4F62WnP+2HxOZt6tYMEquEdLLK6OyD9qp5GU0GRzjla
K9sk+VrnfRmOLD8jj5xfVGWnjxGon61JJYbimtzi2elBwczv8SKgskDlj1r0sjD12DkNfsY3R7oi
FD0KG77T/zc1G9wjAbV7BX+a3cmYZq1IC3vPkxDmXmUzIDJXI6BW0fTMa7+X1yskXNlkiwp545dd
LGe9xaArfaX2BUNDTryrI6YCpTWfaVNgHbXdlh3hybBo9xAI0dRDgaJDpFwRctZFvs0dnSv/Fh3U
B9Ukw74mT5VggnSYV12+6hjBemO4Q2uwHJFDN6J5MvaQE9pc2ZEI9z5E/uK4QFGnS3uIcThhfszR
6DTbpAI0lK710tI4l7LPQ2yuEiPLT5ObchiWJU0H2cJQZAQdahnMw1wVse3SmNjtFUgGcI5GK9B/
LViT1UEgJSl4J5hbDwM677nJV+jwe48g0Dd7Jsq+FMV0Ew1GArG3BEMfYP7UDKQkDdZ01UJqRGXR
Np4xT4EvpvRD1GRg/q5WNa28tTDM3g6AFLg3aP2zjWKJ6zzUqUiUfwz4sru8plXdczAf3yJAVTAP
uRruIpRh8xnN5T7+XPJZX1RXlrIrKJjiRuclYW8okVk4Zy7nT3LP6D3wzeF90Ak++Wo/PDA6auGM
HAfzjWLx/rHyxD7uehpxCRivQ2pdzhLVtJwxRCFI/ZTAPiy7msv9OoFpwbodzM6ve5ZjvpEIk18t
OefAJjV5XukgT1u6xK+FNklTl+AjRz0dmBwwR2gwlxUeMOuZsi61xmHYbFoA7tfM1e56KDSoObMc
wFQHunucbj1dkA10w61aypCekFwh/40zDDx2g8scSm+EOQzWbKoE9pgNZoUoWIK5z6yyd0OauKqL
yaDKEwAN9cvuyw009LbgKkEplJ9zPVZDM0OAf1iji+I1VV4tDTR1YE0haA1MRqxs7LCgcxBhsEse
jxkOQHMUShW9cAD/uiyeWX+sHu8ZCDA/4Cyz6lymftvNuPQpNb7dNxI+lagW7tZvi1bdtLrqyRC9
Wfw5QlY0BAwu0JzK+2yi6W01TqIEvkTD3OiE1rdRNKZvYWLixkfKPIIh5C3YtPQLpnXsgvyjrEPL
iOG6Lfechc7ugZtm0tVGezuyakL91dl0y5M0kNNW7OQloqPyD3CuRAYzQM6hmdScfGI1SIxmBiDy
IEG+xH25k4CmoE4xbbHSmMz9nPDxF0G83lusm1B10OfdmOm1unxuxYc922FDZ6mkD9U0Z68r6I+h
cXb6lJlZvupNymZkC7xHkJ4AuAaHW37Sn4ZojwdoKx+1EZTHvbYYOzLwXT4vg42uNcdD3Wkmyg+b
3eTNRlbMoOhS3MEXKK8iGlcvcIxZidtgKN5UemS9z2Pz5HRIr4WRW9pyV+0XtRbPQHoWWDylMdWV
ycal6I46gnCaWe3PC0nd9IQpXtZpmFudxq2et2tGbA/5ktwuQY5gFvfkdaTBv9Z0SxplbIyRTiL6
uZrob8Cd4y4n+faxgtw/JzlN3iTI+NcYbyFN5PHBYRThFbNA1b0HfHBWbsNTV9kvAKe3R2XjQJtq
k3GC5+B4rIdIQNEk+XzGeqAXtBkm66oS0Azefbevqf6Vw+zoKo9GZcWs89H4MZEvUTXlz3zM8rnN
4epfK7UkiOhAgIos+xos3H/dCwU/SL9hgRKz65DNY7rqFR2tnNWTzo3MyYeNjyuqvKmqCzOlV8xl
A17wgc8rsgYEofJDHoD4hPOeYoYk7TIZ+228ju048+MagHnYPlLmd/KVLLkUV1xW85a3NNfxFnWV
I/muUbwEKBtkbeA2eJ2wIu4ABCYHZGMVB9ZqUejYX9vg4WI2RerJKc+XvfpcLMuGorIqMfkJdYyM
Memg88BPdFEohgGgTQ72C5g0ZDxor4AZbTw0wOtzAkR1VPJbvEahNB2CVgCEvVF7ECOSVDYIUExq
oBe4Hffgihhk4MMRrz+7rNrQwrDMF1q/yGqnjncIiCv0fRhlYp4/cC6NlZ3Zi6pI+lhl1qxvVhwu
CQ2Oolhod5lDkjWHGlEZrijGN3ndwrG+XEleDHE9ncfBu3L91UbDkZKG0Urgd2D0y8LfRptBw3zL
g6FT0fq4rkp3+ud47q8JOVJDECAxosPLJC8C2MvA/58JCVhl1RZjeuHbLNVltsn9YFwysmgE5aYc
cwskzcU+wgAG44jo/pcT+Gu8fTkBgAIY3q0RAANDv2wC8OcTYCRgNmpg5bv4cQLzD/JkFvWEOy6S
yMV+JKW/763w+CN5/LEPwFepMFkzjL9ve/HHjz/9Imf8+74fw3//539d9uD49zt+uv/3dhv/+Krz
N3nZDMH8zxddzuaPY+Fkfj+7yx4Kf/nhb9s5/PNv/9je4HKg7/sa/CL/doj/6EV/3hji7wf6v+4P
8f1IP1+2G/mnI/z/tv3AhhR/+jT/fu4/Njr5j170+xfzfeOVn/4FAAD//w==</cx:binary>
              </cx:geoCache>
            </cx:geography>
          </cx:layoutPr>
        </cx:series>
      </cx:plotAreaRegion>
    </cx:plotArea>
    <cx:legend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9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Aptos Narrow" panose="02110004020202020204"/>
          </a:endParaRPr>
        </a:p>
      </cx:txPr>
    </cx:legend>
  </cx:chart>
  <cx:spPr>
    <a:solidFill>
      <a:schemeClr val="bg1"/>
    </a:solidFill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4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3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dk1">
            <a:lumMod val="50000"/>
            <a:lumOff val="50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877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588CE666-9DB5-A9EA-86EB-F020A9A9130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514978" y="821534"/>
            <a:ext cx="2693191" cy="3500440"/>
          </a:xfrm>
        </p:spPr>
        <p:txBody>
          <a:bodyPr>
            <a:noAutofit/>
          </a:bodyPr>
          <a:lstStyle>
            <a:lvl1pPr>
              <a:defRPr lang="en-IN"/>
            </a:lvl1pPr>
          </a:lstStyle>
          <a:p>
            <a:pPr lvl="0"/>
            <a:r>
              <a:rPr lang="en-US"/>
              <a:t>Click icon to add picture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4934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737027FB-531F-1563-AB26-0C01884BC84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16767" y="1452949"/>
            <a:ext cx="3904958" cy="2512271"/>
          </a:xfrm>
        </p:spPr>
        <p:txBody>
          <a:bodyPr>
            <a:noAutofit/>
          </a:bodyPr>
          <a:lstStyle>
            <a:lvl1pPr>
              <a:defRPr lang="en-IN"/>
            </a:lvl1pPr>
          </a:lstStyle>
          <a:p>
            <a:pPr lvl="0"/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747E784F-38DF-43FB-4613-0C72E33B83E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335867" y="1965010"/>
            <a:ext cx="1070794" cy="2200238"/>
          </a:xfrm>
        </p:spPr>
        <p:txBody>
          <a:bodyPr>
            <a:noAutofit/>
          </a:bodyPr>
          <a:lstStyle>
            <a:lvl1pPr>
              <a:defRPr lang="en-IN"/>
            </a:lvl1pPr>
          </a:lstStyle>
          <a:p>
            <a:pPr lvl="0"/>
            <a:r>
              <a:rPr lang="en-US"/>
              <a:t>Click icon to add picture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445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85CDB-7929-C193-5382-D5D22DC0D7C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F1DF82-DC7C-4E8C-87A1-AAD9C07C0A39}" type="datetime1">
              <a:rPr lang="en-IN" smtClean="0"/>
              <a:pPr lvl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C80F9-6C77-57F6-0216-03F56B99E67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7D411-3E58-1144-AE00-056C6D2850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2530F1-1201-4B79-8BFC-396071E2D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5172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ADAE6ED3-6040-D71B-EDE7-6D9B66D0DADB}"/>
              </a:ext>
            </a:extLst>
          </p:cNvPr>
          <p:cNvSpPr/>
          <p:nvPr/>
        </p:nvSpPr>
        <p:spPr>
          <a:xfrm>
            <a:off x="265507" y="848698"/>
            <a:ext cx="2670574" cy="4051919"/>
          </a:xfrm>
          <a:custGeom>
            <a:avLst>
              <a:gd name="f0" fmla="val 85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131921"/>
          </a:solidFill>
          <a:ln cap="flat">
            <a:noFill/>
            <a:prstDash val="solid"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marL="0" marR="0" lvl="0" indent="0" algn="ct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13" b="0" i="0" u="none" strike="noStrike" kern="1200" cap="none" spc="0" baseline="0">
              <a:solidFill>
                <a:srgbClr val="5E4028"/>
              </a:solidFill>
              <a:uFillTx/>
              <a:latin typeface="Calibri"/>
              <a:ea typeface="맑은 고딕" pitchFamily="34"/>
              <a:cs typeface="Arial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1702AD64-9CB7-5526-5445-C2F4EA902ADF}"/>
              </a:ext>
            </a:extLst>
          </p:cNvPr>
          <p:cNvSpPr/>
          <p:nvPr/>
        </p:nvSpPr>
        <p:spPr>
          <a:xfrm>
            <a:off x="342358" y="972506"/>
            <a:ext cx="98159" cy="3199325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>
              <a:alpha val="78000"/>
            </a:srgbClr>
          </a:solidFill>
          <a:ln cap="flat">
            <a:noFill/>
            <a:prstDash val="solid"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marL="0" marR="0" lvl="0" indent="0" algn="ct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13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맑은 고딕" pitchFamily="34"/>
              <a:cs typeface="Arial"/>
            </a:endParaRPr>
          </a:p>
        </p:txBody>
      </p:sp>
      <p:grpSp>
        <p:nvGrpSpPr>
          <p:cNvPr id="4" name="Grupo 7">
            <a:extLst>
              <a:ext uri="{FF2B5EF4-FFF2-40B4-BE49-F238E27FC236}">
                <a16:creationId xmlns:a16="http://schemas.microsoft.com/office/drawing/2014/main" id="{91B59981-81D9-42AA-6EC0-D708143DE4A4}"/>
              </a:ext>
            </a:extLst>
          </p:cNvPr>
          <p:cNvGrpSpPr/>
          <p:nvPr/>
        </p:nvGrpSpPr>
        <p:grpSpPr>
          <a:xfrm>
            <a:off x="1047039" y="1366628"/>
            <a:ext cx="1674188" cy="1419107"/>
            <a:chOff x="1396051" y="1822170"/>
            <a:chExt cx="2232251" cy="1892143"/>
          </a:xfrm>
        </p:grpSpPr>
        <p:sp>
          <p:nvSpPr>
            <p:cNvPr id="5" name="TextBox 57">
              <a:extLst>
                <a:ext uri="{FF2B5EF4-FFF2-40B4-BE49-F238E27FC236}">
                  <a16:creationId xmlns:a16="http://schemas.microsoft.com/office/drawing/2014/main" id="{5328076A-7CDE-EFDE-30B0-FC5F58666226}"/>
                </a:ext>
              </a:extLst>
            </p:cNvPr>
            <p:cNvSpPr txBox="1"/>
            <p:nvPr/>
          </p:nvSpPr>
          <p:spPr>
            <a:xfrm>
              <a:off x="1396051" y="1822170"/>
              <a:ext cx="2232251" cy="1046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ctr" anchorCtr="0" compatLnSpc="1">
              <a:spAutoFit/>
            </a:bodyPr>
            <a:lstStyle/>
            <a:p>
              <a:pPr marL="0" marR="0" lvl="0" indent="0" algn="r" defTabSz="6858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500" b="1" i="0" u="none" strike="noStrike" kern="1200" cap="none" spc="0" baseline="0">
                  <a:solidFill>
                    <a:srgbClr val="FFFFFF"/>
                  </a:solidFill>
                  <a:uFillTx/>
                  <a:latin typeface="Arial" pitchFamily="34"/>
                  <a:ea typeface="맑은 고딕" pitchFamily="34"/>
                  <a:cs typeface="Arial" pitchFamily="34"/>
                </a:rPr>
                <a:t>You can Resize without losing quality</a:t>
              </a:r>
            </a:p>
          </p:txBody>
        </p:sp>
        <p:sp>
          <p:nvSpPr>
            <p:cNvPr id="6" name="TextBox 58">
              <a:extLst>
                <a:ext uri="{FF2B5EF4-FFF2-40B4-BE49-F238E27FC236}">
                  <a16:creationId xmlns:a16="http://schemas.microsoft.com/office/drawing/2014/main" id="{7758B2A0-49C0-9B7C-A6DB-A3371D72240F}"/>
                </a:ext>
              </a:extLst>
            </p:cNvPr>
            <p:cNvSpPr txBox="1"/>
            <p:nvPr/>
          </p:nvSpPr>
          <p:spPr>
            <a:xfrm>
              <a:off x="1396051" y="2667873"/>
              <a:ext cx="2232251" cy="1046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ctr" anchorCtr="0" compatLnSpc="1">
              <a:spAutoFit/>
            </a:bodyPr>
            <a:lstStyle/>
            <a:p>
              <a:pPr marL="0" marR="0" lvl="0" indent="0" algn="r" defTabSz="6858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500" b="1" i="0" u="none" strike="noStrike" kern="1200" cap="none" spc="0" baseline="0">
                  <a:solidFill>
                    <a:srgbClr val="FFFFFF"/>
                  </a:solidFill>
                  <a:uFillTx/>
                  <a:latin typeface="Arial" pitchFamily="34"/>
                  <a:ea typeface="맑은 고딕" pitchFamily="34"/>
                  <a:cs typeface="Arial" pitchFamily="34"/>
                </a:rPr>
                <a:t>You can Change Fill Color &amp;</a:t>
              </a:r>
            </a:p>
            <a:p>
              <a:pPr marL="0" marR="0" lvl="0" indent="0" algn="r" defTabSz="6858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500" b="1" i="0" u="none" strike="noStrike" kern="1200" cap="none" spc="0" baseline="0">
                  <a:solidFill>
                    <a:srgbClr val="FFFFFF"/>
                  </a:solidFill>
                  <a:uFillTx/>
                  <a:latin typeface="Arial" pitchFamily="34"/>
                  <a:ea typeface="맑은 고딕" pitchFamily="34"/>
                  <a:cs typeface="Arial" pitchFamily="34"/>
                </a:rPr>
                <a:t>Line Color</a:t>
              </a:r>
            </a:p>
          </p:txBody>
        </p:sp>
      </p:grpSp>
      <p:sp>
        <p:nvSpPr>
          <p:cNvPr id="7" name="TextBox 59">
            <a:extLst>
              <a:ext uri="{FF2B5EF4-FFF2-40B4-BE49-F238E27FC236}">
                <a16:creationId xmlns:a16="http://schemas.microsoft.com/office/drawing/2014/main" id="{0404BF1E-27DC-3F90-971B-0645BD4865BD}"/>
              </a:ext>
            </a:extLst>
          </p:cNvPr>
          <p:cNvSpPr txBox="1"/>
          <p:nvPr/>
        </p:nvSpPr>
        <p:spPr>
          <a:xfrm>
            <a:off x="1209895" y="4386967"/>
            <a:ext cx="1673996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0" compatLnSpc="1">
            <a:spAutoFit/>
          </a:bodyPr>
          <a:lstStyle/>
          <a:p>
            <a:pPr marL="0" marR="0" lvl="0" indent="0" algn="l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50" b="0" i="0" u="none" strike="noStrike" kern="1200" cap="none" spc="0" baseline="0">
                <a:solidFill>
                  <a:srgbClr val="FFFFFF"/>
                </a:solidFill>
                <a:uFillTx/>
                <a:latin typeface="Arial" pitchFamily="34"/>
                <a:ea typeface="맑은 고딕" pitchFamily="34"/>
                <a:cs typeface="Arial" pitchFamily="34"/>
              </a:rPr>
              <a:t>www.slidesppt.net</a:t>
            </a:r>
          </a:p>
        </p:txBody>
      </p:sp>
      <p:sp>
        <p:nvSpPr>
          <p:cNvPr id="8" name="TextBox 60">
            <a:extLst>
              <a:ext uri="{FF2B5EF4-FFF2-40B4-BE49-F238E27FC236}">
                <a16:creationId xmlns:a16="http://schemas.microsoft.com/office/drawing/2014/main" id="{B0201A43-51D9-E11D-CBAF-9930E9CE862A}"/>
              </a:ext>
            </a:extLst>
          </p:cNvPr>
          <p:cNvSpPr txBox="1"/>
          <p:nvPr/>
        </p:nvSpPr>
        <p:spPr>
          <a:xfrm>
            <a:off x="683249" y="3166475"/>
            <a:ext cx="2037971" cy="117724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0" compatLnSpc="1">
            <a:spAutoFit/>
          </a:bodyPr>
          <a:lstStyle/>
          <a:p>
            <a:pPr marL="0" marR="0" lvl="0" indent="0" algn="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맑은 고딕" pitchFamily="34"/>
                <a:cs typeface="Arial" pitchFamily="34"/>
              </a:rPr>
              <a:t>GOOGLE SLIDES AND FREE </a:t>
            </a:r>
          </a:p>
          <a:p>
            <a:pPr marL="0" marR="0" lvl="0" indent="0" algn="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맑은 고딕" pitchFamily="34"/>
                <a:cs typeface="Arial" pitchFamily="34"/>
              </a:rPr>
              <a:t>PPT </a:t>
            </a:r>
          </a:p>
          <a:p>
            <a:pPr marL="0" marR="0" lvl="0" indent="0" algn="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맑은 고딕" pitchFamily="34"/>
                <a:cs typeface="Arial" pitchFamily="34"/>
              </a:rPr>
              <a:t>TEMPLATES  </a:t>
            </a:r>
          </a:p>
        </p:txBody>
      </p:sp>
      <p:grpSp>
        <p:nvGrpSpPr>
          <p:cNvPr id="9" name="Grupo 12">
            <a:extLst>
              <a:ext uri="{FF2B5EF4-FFF2-40B4-BE49-F238E27FC236}">
                <a16:creationId xmlns:a16="http://schemas.microsoft.com/office/drawing/2014/main" id="{F98529D2-5914-F8B6-63E4-94BB286EFB55}"/>
              </a:ext>
            </a:extLst>
          </p:cNvPr>
          <p:cNvGrpSpPr/>
          <p:nvPr/>
        </p:nvGrpSpPr>
        <p:grpSpPr>
          <a:xfrm>
            <a:off x="425368" y="4052570"/>
            <a:ext cx="732338" cy="732338"/>
            <a:chOff x="567156" y="5403426"/>
            <a:chExt cx="976451" cy="976451"/>
          </a:xfrm>
        </p:grpSpPr>
        <p:sp>
          <p:nvSpPr>
            <p:cNvPr id="10" name="Lágrima 13">
              <a:extLst>
                <a:ext uri="{FF2B5EF4-FFF2-40B4-BE49-F238E27FC236}">
                  <a16:creationId xmlns:a16="http://schemas.microsoft.com/office/drawing/2014/main" id="{2C5DE35E-7B14-F7B7-33DE-2FC92B074124}"/>
                </a:ext>
              </a:extLst>
            </p:cNvPr>
            <p:cNvSpPr/>
            <p:nvPr/>
          </p:nvSpPr>
          <p:spPr>
            <a:xfrm rot="10799991">
              <a:off x="567156" y="5403426"/>
              <a:ext cx="976451" cy="976451"/>
            </a:xfrm>
            <a:custGeom>
              <a:avLst>
                <a:gd name="f10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sqrt 2"/>
                <a:gd name="f10" fmla="val 100000"/>
                <a:gd name="f11" fmla="+- 0 0 -180"/>
                <a:gd name="f12" fmla="+- 0 0 -360"/>
                <a:gd name="f13" fmla="abs f4"/>
                <a:gd name="f14" fmla="abs f5"/>
                <a:gd name="f15" fmla="abs f6"/>
                <a:gd name="f16" fmla="val f7"/>
                <a:gd name="f17" fmla="val f10"/>
                <a:gd name="f18" fmla="+- 2700000 f2 0"/>
                <a:gd name="f19" fmla="*/ f11 f1 1"/>
                <a:gd name="f20" fmla="*/ f12 f1 1"/>
                <a:gd name="f21" fmla="?: f13 f4 1"/>
                <a:gd name="f22" fmla="?: f14 f5 1"/>
                <a:gd name="f23" fmla="?: f15 f6 1"/>
                <a:gd name="f24" fmla="*/ f18 f8 1"/>
                <a:gd name="f25" fmla="*/ f19 1 f3"/>
                <a:gd name="f26" fmla="*/ f20 1 f3"/>
                <a:gd name="f27" fmla="*/ f21 1 21600"/>
                <a:gd name="f28" fmla="*/ f22 1 21600"/>
                <a:gd name="f29" fmla="*/ 21600 f21 1"/>
                <a:gd name="f30" fmla="*/ 21600 f22 1"/>
                <a:gd name="f31" fmla="*/ f24 1 f1"/>
                <a:gd name="f32" fmla="+- f25 0 f2"/>
                <a:gd name="f33" fmla="+- f26 0 f2"/>
                <a:gd name="f34" fmla="min f28 f27"/>
                <a:gd name="f35" fmla="*/ f29 1 f23"/>
                <a:gd name="f36" fmla="*/ f30 1 f23"/>
                <a:gd name="f37" fmla="+- 0 0 f31"/>
                <a:gd name="f38" fmla="val f35"/>
                <a:gd name="f39" fmla="val f36"/>
                <a:gd name="f40" fmla="+- 0 0 f37"/>
                <a:gd name="f41" fmla="*/ f16 f34 1"/>
                <a:gd name="f42" fmla="+- f39 0 f16"/>
                <a:gd name="f43" fmla="+- f38 0 f16"/>
                <a:gd name="f44" fmla="*/ f40 f1 1"/>
                <a:gd name="f45" fmla="*/ f38 f34 1"/>
                <a:gd name="f46" fmla="*/ f42 1 2"/>
                <a:gd name="f47" fmla="*/ f43 1 2"/>
                <a:gd name="f48" fmla="*/ f44 1 f8"/>
                <a:gd name="f49" fmla="+- f16 f46 0"/>
                <a:gd name="f50" fmla="+- f16 f47 0"/>
                <a:gd name="f51" fmla="*/ f47 f9 1"/>
                <a:gd name="f52" fmla="*/ f46 f9 1"/>
                <a:gd name="f53" fmla="+- f48 0 f2"/>
                <a:gd name="f54" fmla="*/ f47 f34 1"/>
                <a:gd name="f55" fmla="*/ f46 f34 1"/>
                <a:gd name="f56" fmla="*/ f51 f17 1"/>
                <a:gd name="f57" fmla="*/ f52 f17 1"/>
                <a:gd name="f58" fmla="cos 1 f53"/>
                <a:gd name="f59" fmla="sin 1 f53"/>
                <a:gd name="f60" fmla="*/ f49 f34 1"/>
                <a:gd name="f61" fmla="*/ f56 1 100000"/>
                <a:gd name="f62" fmla="*/ f57 1 100000"/>
                <a:gd name="f63" fmla="+- 0 0 f58"/>
                <a:gd name="f64" fmla="+- 0 0 f59"/>
                <a:gd name="f65" fmla="+- 0 0 f63"/>
                <a:gd name="f66" fmla="+- 0 0 f64"/>
                <a:gd name="f67" fmla="*/ f65 f61 1"/>
                <a:gd name="f68" fmla="*/ f66 f62 1"/>
                <a:gd name="f69" fmla="*/ f65 f47 1"/>
                <a:gd name="f70" fmla="*/ f66 f46 1"/>
                <a:gd name="f71" fmla="+- f50 f67 0"/>
                <a:gd name="f72" fmla="+- f49 0 f68"/>
                <a:gd name="f73" fmla="+- f50 0 f69"/>
                <a:gd name="f74" fmla="+- f50 f69 0"/>
                <a:gd name="f75" fmla="+- f49 0 f70"/>
                <a:gd name="f76" fmla="+- f49 f70 0"/>
                <a:gd name="f77" fmla="+- f50 f71 0"/>
                <a:gd name="f78" fmla="+- f49 f72 0"/>
                <a:gd name="f79" fmla="*/ f73 f34 1"/>
                <a:gd name="f80" fmla="*/ f75 f34 1"/>
                <a:gd name="f81" fmla="*/ f74 f34 1"/>
                <a:gd name="f82" fmla="*/ f76 f34 1"/>
                <a:gd name="f83" fmla="*/ f71 f34 1"/>
                <a:gd name="f84" fmla="*/ f72 f34 1"/>
                <a:gd name="f85" fmla="*/ f77 1 2"/>
                <a:gd name="f86" fmla="*/ f78 1 2"/>
                <a:gd name="f87" fmla="*/ f85 f34 1"/>
                <a:gd name="f88" fmla="*/ f86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81" y="f82"/>
                </a:cxn>
                <a:cxn ang="f32">
                  <a:pos x="f79" y="f82"/>
                </a:cxn>
                <a:cxn ang="f33">
                  <a:pos x="f79" y="f80"/>
                </a:cxn>
                <a:cxn ang="f33">
                  <a:pos x="f83" y="f84"/>
                </a:cxn>
              </a:cxnLst>
              <a:rect l="f79" t="f80" r="f81" b="f82"/>
              <a:pathLst>
                <a:path>
                  <a:moveTo>
                    <a:pt x="f41" y="f60"/>
                  </a:moveTo>
                  <a:arcTo wR="f54" hR="f55" stAng="f1" swAng="f2"/>
                  <a:quadBezTo>
                    <a:pt x="f87" y="f41"/>
                    <a:pt x="f83" y="f84"/>
                  </a:quadBezTo>
                  <a:quadBezTo>
                    <a:pt x="f45" y="f88"/>
                    <a:pt x="f45" y="f60"/>
                  </a:quadBezTo>
                  <a:arcTo wR="f54" hR="f55" stAng="f7" swAng="f1"/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6858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05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Arial"/>
                <a:cs typeface="Arial"/>
              </a:endParaRPr>
            </a:p>
          </p:txBody>
        </p:sp>
        <p:grpSp>
          <p:nvGrpSpPr>
            <p:cNvPr id="11" name="Grupo 14">
              <a:extLst>
                <a:ext uri="{FF2B5EF4-FFF2-40B4-BE49-F238E27FC236}">
                  <a16:creationId xmlns:a16="http://schemas.microsoft.com/office/drawing/2014/main" id="{F1EBF615-A93E-2178-1807-E59BA67C3DB4}"/>
                </a:ext>
              </a:extLst>
            </p:cNvPr>
            <p:cNvGrpSpPr/>
            <p:nvPr/>
          </p:nvGrpSpPr>
          <p:grpSpPr>
            <a:xfrm>
              <a:off x="736338" y="5562441"/>
              <a:ext cx="662775" cy="641570"/>
              <a:chOff x="736338" y="5562441"/>
              <a:chExt cx="662775" cy="641570"/>
            </a:xfrm>
          </p:grpSpPr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11D0E610-7C1A-E1B0-10C7-5C0DBC65E91B}"/>
                  </a:ext>
                </a:extLst>
              </p:cNvPr>
              <p:cNvSpPr/>
              <p:nvPr/>
            </p:nvSpPr>
            <p:spPr>
              <a:xfrm>
                <a:off x="736338" y="5562441"/>
                <a:ext cx="383673" cy="64157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669"/>
                  <a:gd name="f7" fmla="val 1118"/>
                  <a:gd name="f8" fmla="val 112"/>
                  <a:gd name="f9" fmla="val 410"/>
                  <a:gd name="f10" fmla="val 707"/>
                  <a:gd name="f11" fmla="val 1005"/>
                  <a:gd name="f12" fmla="val 223"/>
                  <a:gd name="f13" fmla="val 1043"/>
                  <a:gd name="f14" fmla="val 446"/>
                  <a:gd name="f15" fmla="val 1080"/>
                  <a:gd name="f16" fmla="val 745"/>
                  <a:gd name="f17" fmla="val 372"/>
                  <a:gd name="f18" fmla="val 37"/>
                  <a:gd name="f19" fmla="val 74"/>
                  <a:gd name="f20" fmla="+- 0 0 -90"/>
                  <a:gd name="f21" fmla="*/ f3 1 669"/>
                  <a:gd name="f22" fmla="*/ f4 1 1118"/>
                  <a:gd name="f23" fmla="val f5"/>
                  <a:gd name="f24" fmla="val f6"/>
                  <a:gd name="f25" fmla="val f7"/>
                  <a:gd name="f26" fmla="*/ f20 f0 1"/>
                  <a:gd name="f27" fmla="+- f25 0 f23"/>
                  <a:gd name="f28" fmla="+- f24 0 f23"/>
                  <a:gd name="f29" fmla="*/ f26 1 f2"/>
                  <a:gd name="f30" fmla="*/ f28 1 669"/>
                  <a:gd name="f31" fmla="*/ f27 1 1118"/>
                  <a:gd name="f32" fmla="*/ 0 f28 1"/>
                  <a:gd name="f33" fmla="*/ 112 f27 1"/>
                  <a:gd name="f34" fmla="*/ 1005 f27 1"/>
                  <a:gd name="f35" fmla="*/ 669 f28 1"/>
                  <a:gd name="f36" fmla="*/ 1118 f27 1"/>
                  <a:gd name="f37" fmla="*/ 0 f27 1"/>
                  <a:gd name="f38" fmla="+- f29 0 f1"/>
                  <a:gd name="f39" fmla="*/ f32 1 669"/>
                  <a:gd name="f40" fmla="*/ f33 1 1118"/>
                  <a:gd name="f41" fmla="*/ f34 1 1118"/>
                  <a:gd name="f42" fmla="*/ f35 1 669"/>
                  <a:gd name="f43" fmla="*/ f36 1 1118"/>
                  <a:gd name="f44" fmla="*/ f37 1 1118"/>
                  <a:gd name="f45" fmla="*/ 0 1 f30"/>
                  <a:gd name="f46" fmla="*/ f24 1 f30"/>
                  <a:gd name="f47" fmla="*/ 0 1 f31"/>
                  <a:gd name="f48" fmla="*/ f25 1 f31"/>
                  <a:gd name="f49" fmla="*/ f39 1 f30"/>
                  <a:gd name="f50" fmla="*/ f40 1 f31"/>
                  <a:gd name="f51" fmla="*/ f41 1 f31"/>
                  <a:gd name="f52" fmla="*/ f42 1 f30"/>
                  <a:gd name="f53" fmla="*/ f43 1 f31"/>
                  <a:gd name="f54" fmla="*/ f44 1 f31"/>
                  <a:gd name="f55" fmla="*/ f45 f21 1"/>
                  <a:gd name="f56" fmla="*/ f46 f21 1"/>
                  <a:gd name="f57" fmla="*/ f48 f22 1"/>
                  <a:gd name="f58" fmla="*/ f47 f22 1"/>
                  <a:gd name="f59" fmla="*/ f49 f21 1"/>
                  <a:gd name="f60" fmla="*/ f50 f22 1"/>
                  <a:gd name="f61" fmla="*/ f51 f22 1"/>
                  <a:gd name="f62" fmla="*/ f52 f21 1"/>
                  <a:gd name="f63" fmla="*/ f53 f22 1"/>
                  <a:gd name="f64" fmla="*/ f54 f22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8">
                    <a:pos x="f59" y="f60"/>
                  </a:cxn>
                  <a:cxn ang="f38">
                    <a:pos x="f59" y="f61"/>
                  </a:cxn>
                  <a:cxn ang="f38">
                    <a:pos x="f62" y="f63"/>
                  </a:cxn>
                  <a:cxn ang="f38">
                    <a:pos x="f62" y="f64"/>
                  </a:cxn>
                  <a:cxn ang="f38">
                    <a:pos x="f59" y="f60"/>
                  </a:cxn>
                </a:cxnLst>
                <a:rect l="f55" t="f58" r="f56" b="f57"/>
                <a:pathLst>
                  <a:path w="669" h="1118">
                    <a:moveTo>
                      <a:pt x="f5" y="f8"/>
                    </a:moveTo>
                    <a:cubicBezTo>
                      <a:pt x="f5" y="f9"/>
                      <a:pt x="f5" y="f10"/>
                      <a:pt x="f5" y="f11"/>
                    </a:cubicBezTo>
                    <a:cubicBezTo>
                      <a:pt x="f12" y="f13"/>
                      <a:pt x="f14" y="f15"/>
                      <a:pt x="f6" y="f7"/>
                    </a:cubicBezTo>
                    <a:cubicBezTo>
                      <a:pt x="f6" y="f16"/>
                      <a:pt x="f6" y="f17"/>
                      <a:pt x="f6" y="f5"/>
                    </a:cubicBezTo>
                    <a:cubicBezTo>
                      <a:pt x="f14" y="f18"/>
                      <a:pt x="f12" y="f19"/>
                      <a:pt x="f5" y="f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t" anchorCtr="0" compatLnSpc="1">
                <a:noAutofit/>
              </a:bodyPr>
              <a:lstStyle/>
              <a:p>
                <a:pPr marL="0" marR="0" lvl="0" indent="0" algn="l" defTabSz="6858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05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  <a:ea typeface="Arial"/>
                  <a:cs typeface="Arial"/>
                </a:endParaRPr>
              </a:p>
            </p:txBody>
          </p:sp>
          <p:sp>
            <p:nvSpPr>
              <p:cNvPr id="13" name="Freeform 15">
                <a:extLst>
                  <a:ext uri="{FF2B5EF4-FFF2-40B4-BE49-F238E27FC236}">
                    <a16:creationId xmlns:a16="http://schemas.microsoft.com/office/drawing/2014/main" id="{AF6B077B-14CB-C6AB-61E3-3BF61977A186}"/>
                  </a:ext>
                </a:extLst>
              </p:cNvPr>
              <p:cNvSpPr/>
              <p:nvPr/>
            </p:nvSpPr>
            <p:spPr>
              <a:xfrm>
                <a:off x="1135154" y="5684870"/>
                <a:ext cx="263959" cy="319116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val 0"/>
                  <a:gd name="f6" fmla="val 460"/>
                  <a:gd name="f7" fmla="val 556"/>
                  <a:gd name="f8" fmla="val 17"/>
                  <a:gd name="f9" fmla="val 35"/>
                  <a:gd name="f10" fmla="val 53"/>
                  <a:gd name="f11" fmla="val 135"/>
                  <a:gd name="f12" fmla="val 270"/>
                  <a:gd name="f13" fmla="val 406"/>
                  <a:gd name="f14" fmla="val 221"/>
                  <a:gd name="f15" fmla="val 388"/>
                  <a:gd name="f16" fmla="val 424"/>
                  <a:gd name="f17" fmla="val 442"/>
                  <a:gd name="f18" fmla="val 370"/>
                  <a:gd name="f19" fmla="val 185"/>
                  <a:gd name="f20" fmla="val 307"/>
                  <a:gd name="f21" fmla="val 153"/>
                  <a:gd name="f22" fmla="+- 0 0 -90"/>
                  <a:gd name="f23" fmla="*/ f3 1 460"/>
                  <a:gd name="f24" fmla="*/ f4 1 556"/>
                  <a:gd name="f25" fmla="val f5"/>
                  <a:gd name="f26" fmla="val f6"/>
                  <a:gd name="f27" fmla="val f7"/>
                  <a:gd name="f28" fmla="*/ f22 f0 1"/>
                  <a:gd name="f29" fmla="+- f27 0 f25"/>
                  <a:gd name="f30" fmla="+- f26 0 f25"/>
                  <a:gd name="f31" fmla="*/ f28 1 f2"/>
                  <a:gd name="f32" fmla="*/ f30 1 460"/>
                  <a:gd name="f33" fmla="*/ f29 1 556"/>
                  <a:gd name="f34" fmla="*/ 0 f30 1"/>
                  <a:gd name="f35" fmla="*/ 0 f29 1"/>
                  <a:gd name="f36" fmla="*/ 53 f29 1"/>
                  <a:gd name="f37" fmla="*/ 406 f30 1"/>
                  <a:gd name="f38" fmla="*/ 556 f29 1"/>
                  <a:gd name="f39" fmla="*/ 460 f30 1"/>
                  <a:gd name="f40" fmla="+- f31 0 f1"/>
                  <a:gd name="f41" fmla="*/ f34 1 460"/>
                  <a:gd name="f42" fmla="*/ f35 1 556"/>
                  <a:gd name="f43" fmla="*/ f36 1 556"/>
                  <a:gd name="f44" fmla="*/ f37 1 460"/>
                  <a:gd name="f45" fmla="*/ f38 1 556"/>
                  <a:gd name="f46" fmla="*/ f39 1 460"/>
                  <a:gd name="f47" fmla="*/ 0 1 f32"/>
                  <a:gd name="f48" fmla="*/ f26 1 f32"/>
                  <a:gd name="f49" fmla="*/ 0 1 f33"/>
                  <a:gd name="f50" fmla="*/ f27 1 f33"/>
                  <a:gd name="f51" fmla="*/ f41 1 f32"/>
                  <a:gd name="f52" fmla="*/ f42 1 f33"/>
                  <a:gd name="f53" fmla="*/ f43 1 f33"/>
                  <a:gd name="f54" fmla="*/ f44 1 f32"/>
                  <a:gd name="f55" fmla="*/ f45 1 f33"/>
                  <a:gd name="f56" fmla="*/ f46 1 f32"/>
                  <a:gd name="f57" fmla="*/ f47 f23 1"/>
                  <a:gd name="f58" fmla="*/ f48 f23 1"/>
                  <a:gd name="f59" fmla="*/ f50 f24 1"/>
                  <a:gd name="f60" fmla="*/ f49 f24 1"/>
                  <a:gd name="f61" fmla="*/ f51 f23 1"/>
                  <a:gd name="f62" fmla="*/ f52 f24 1"/>
                  <a:gd name="f63" fmla="*/ f53 f24 1"/>
                  <a:gd name="f64" fmla="*/ f54 f23 1"/>
                  <a:gd name="f65" fmla="*/ f55 f24 1"/>
                  <a:gd name="f66" fmla="*/ f56 f23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40">
                    <a:pos x="f61" y="f62"/>
                  </a:cxn>
                  <a:cxn ang="f40">
                    <a:pos x="f61" y="f63"/>
                  </a:cxn>
                  <a:cxn ang="f40">
                    <a:pos x="f64" y="f63"/>
                  </a:cxn>
                  <a:cxn ang="f40">
                    <a:pos x="f64" y="f65"/>
                  </a:cxn>
                  <a:cxn ang="f40">
                    <a:pos x="f66" y="f65"/>
                  </a:cxn>
                  <a:cxn ang="f40">
                    <a:pos x="f66" y="f62"/>
                  </a:cxn>
                  <a:cxn ang="f40">
                    <a:pos x="f61" y="f62"/>
                  </a:cxn>
                </a:cxnLst>
                <a:rect l="f57" t="f60" r="f58" b="f59"/>
                <a:pathLst>
                  <a:path w="460" h="556">
                    <a:moveTo>
                      <a:pt x="f5" y="f5"/>
                    </a:moveTo>
                    <a:cubicBezTo>
                      <a:pt x="f5" y="f8"/>
                      <a:pt x="f5" y="f9"/>
                      <a:pt x="f5" y="f10"/>
                    </a:cubicBezTo>
                    <a:cubicBezTo>
                      <a:pt x="f11" y="f10"/>
                      <a:pt x="f12" y="f10"/>
                      <a:pt x="f13" y="f10"/>
                    </a:cubicBezTo>
                    <a:cubicBezTo>
                      <a:pt x="f13" y="f14"/>
                      <a:pt x="f13" y="f15"/>
                      <a:pt x="f13" y="f7"/>
                    </a:cubicBezTo>
                    <a:cubicBezTo>
                      <a:pt x="f16" y="f7"/>
                      <a:pt x="f17" y="f7"/>
                      <a:pt x="f6" y="f7"/>
                    </a:cubicBezTo>
                    <a:cubicBezTo>
                      <a:pt x="f6" y="f18"/>
                      <a:pt x="f6" y="f19"/>
                      <a:pt x="f6" y="f5"/>
                    </a:cubicBezTo>
                    <a:cubicBezTo>
                      <a:pt x="f20" y="f5"/>
                      <a:pt x="f21" y="f5"/>
                      <a:pt x="f5" y="f5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t" anchorCtr="0" compatLnSpc="1">
                <a:noAutofit/>
              </a:bodyPr>
              <a:lstStyle/>
              <a:p>
                <a:pPr marL="0" marR="0" lvl="0" indent="0" algn="l" defTabSz="6858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05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  <a:ea typeface="Arial"/>
                  <a:cs typeface="Arial"/>
                </a:endParaRPr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D902DC9B-BFFE-048F-5936-D7F2F925A2F9}"/>
                  </a:ext>
                </a:extLst>
              </p:cNvPr>
              <p:cNvSpPr/>
              <p:nvPr/>
            </p:nvSpPr>
            <p:spPr>
              <a:xfrm>
                <a:off x="1135154" y="5730636"/>
                <a:ext cx="216685" cy="347910"/>
              </a:xfrm>
              <a:custGeom>
                <a:avLst/>
                <a:gdLst>
                  <a:gd name="f0" fmla="val 10800000"/>
                  <a:gd name="f1" fmla="val 5400000"/>
                  <a:gd name="f2" fmla="val 360"/>
                  <a:gd name="f3" fmla="val 180"/>
                  <a:gd name="f4" fmla="val w"/>
                  <a:gd name="f5" fmla="val h"/>
                  <a:gd name="f6" fmla="val 0"/>
                  <a:gd name="f7" fmla="val 378"/>
                  <a:gd name="f8" fmla="val 606"/>
                  <a:gd name="f9" fmla="val 23"/>
                  <a:gd name="f10" fmla="val 47"/>
                  <a:gd name="f11" fmla="val 70"/>
                  <a:gd name="f12" fmla="val 4"/>
                  <a:gd name="f13" fmla="val 69"/>
                  <a:gd name="f14" fmla="val 16"/>
                  <a:gd name="f15" fmla="val 68"/>
                  <a:gd name="f16" fmla="val 26"/>
                  <a:gd name="f17" fmla="val 67"/>
                  <a:gd name="f18" fmla="val 37"/>
                  <a:gd name="f19" fmla="val 66"/>
                  <a:gd name="f20" fmla="val 65"/>
                  <a:gd name="f21" fmla="val 51"/>
                  <a:gd name="f22" fmla="val 113"/>
                  <a:gd name="f23" fmla="val 160"/>
                  <a:gd name="f24" fmla="val 208"/>
                  <a:gd name="f25" fmla="val 100"/>
                  <a:gd name="f26" fmla="val 149"/>
                  <a:gd name="f27" fmla="val 198"/>
                  <a:gd name="f28" fmla="val 221"/>
                  <a:gd name="f29" fmla="val 197"/>
                  <a:gd name="f30" fmla="val 255"/>
                  <a:gd name="f31" fmla="val 173"/>
                  <a:gd name="f32" fmla="val 289"/>
                  <a:gd name="f33" fmla="val 170"/>
                  <a:gd name="f34" fmla="val 293"/>
                  <a:gd name="f35" fmla="val 146"/>
                  <a:gd name="f36" fmla="val 326"/>
                  <a:gd name="f37" fmla="val 101"/>
                  <a:gd name="f38" fmla="val 340"/>
                  <a:gd name="f39" fmla="val 78"/>
                  <a:gd name="f40" fmla="val 347"/>
                  <a:gd name="f41" fmla="val 57"/>
                  <a:gd name="f42" fmla="val 41"/>
                  <a:gd name="f43" fmla="val 24"/>
                  <a:gd name="f44" fmla="val 346"/>
                  <a:gd name="f45" fmla="val 10"/>
                  <a:gd name="f46" fmla="val 344"/>
                  <a:gd name="f47" fmla="val 342"/>
                  <a:gd name="f48" fmla="val 377"/>
                  <a:gd name="f49" fmla="val 395"/>
                  <a:gd name="f50" fmla="val 87"/>
                  <a:gd name="f51" fmla="val 175"/>
                  <a:gd name="f52" fmla="val 262"/>
                  <a:gd name="f53" fmla="val 412"/>
                  <a:gd name="f54" fmla="val 428"/>
                  <a:gd name="f55" fmla="val 445"/>
                  <a:gd name="f56" fmla="val 461"/>
                  <a:gd name="f57" fmla="val 476"/>
                  <a:gd name="f58" fmla="val 492"/>
                  <a:gd name="f59" fmla="val 174"/>
                  <a:gd name="f60" fmla="val 261"/>
                  <a:gd name="f61" fmla="val 509"/>
                  <a:gd name="f62" fmla="val 527"/>
                  <a:gd name="f63" fmla="val 545"/>
                  <a:gd name="f64" fmla="val 565"/>
                  <a:gd name="f65" fmla="val 586"/>
                  <a:gd name="f66" fmla="val 126"/>
                  <a:gd name="f67" fmla="val 252"/>
                  <a:gd name="f68" fmla="val 404"/>
                  <a:gd name="f69" fmla="val 202"/>
                  <a:gd name="f70" fmla="+- 0 0 -90"/>
                  <a:gd name="f71" fmla="*/ f4 1 378"/>
                  <a:gd name="f72" fmla="*/ f5 1 606"/>
                  <a:gd name="f73" fmla="val f6"/>
                  <a:gd name="f74" fmla="val f7"/>
                  <a:gd name="f75" fmla="val f8"/>
                  <a:gd name="f76" fmla="*/ f70 f0 1"/>
                  <a:gd name="f77" fmla="+- f75 0 f73"/>
                  <a:gd name="f78" fmla="+- f74 0 f73"/>
                  <a:gd name="f79" fmla="*/ f76 1 f3"/>
                  <a:gd name="f80" fmla="*/ f78 1 378"/>
                  <a:gd name="f81" fmla="*/ f77 1 606"/>
                  <a:gd name="f82" fmla="*/ 0 f78 1"/>
                  <a:gd name="f83" fmla="*/ 0 f77 1"/>
                  <a:gd name="f84" fmla="*/ 70 f77 1"/>
                  <a:gd name="f85" fmla="*/ 26 f78 1"/>
                  <a:gd name="f86" fmla="*/ 67 f77 1"/>
                  <a:gd name="f87" fmla="*/ 51 f78 1"/>
                  <a:gd name="f88" fmla="*/ 65 f77 1"/>
                  <a:gd name="f89" fmla="*/ 208 f77 1"/>
                  <a:gd name="f90" fmla="*/ 198 f78 1"/>
                  <a:gd name="f91" fmla="*/ 173 f78 1"/>
                  <a:gd name="f92" fmla="*/ 289 f77 1"/>
                  <a:gd name="f93" fmla="*/ 101 f78 1"/>
                  <a:gd name="f94" fmla="*/ 340 f77 1"/>
                  <a:gd name="f95" fmla="*/ 41 f78 1"/>
                  <a:gd name="f96" fmla="*/ 347 f77 1"/>
                  <a:gd name="f97" fmla="*/ 342 f77 1"/>
                  <a:gd name="f98" fmla="*/ 395 f77 1"/>
                  <a:gd name="f99" fmla="*/ 262 f78 1"/>
                  <a:gd name="f100" fmla="*/ 445 f77 1"/>
                  <a:gd name="f101" fmla="*/ 492 f77 1"/>
                  <a:gd name="f102" fmla="*/ 261 f78 1"/>
                  <a:gd name="f103" fmla="*/ 545 f77 1"/>
                  <a:gd name="f104" fmla="*/ 606 f77 1"/>
                  <a:gd name="f105" fmla="*/ 378 f78 1"/>
                  <a:gd name="f106" fmla="+- f79 0 f1"/>
                  <a:gd name="f107" fmla="*/ f82 1 378"/>
                  <a:gd name="f108" fmla="*/ f83 1 606"/>
                  <a:gd name="f109" fmla="*/ f84 1 606"/>
                  <a:gd name="f110" fmla="*/ f85 1 378"/>
                  <a:gd name="f111" fmla="*/ f86 1 606"/>
                  <a:gd name="f112" fmla="*/ f87 1 378"/>
                  <a:gd name="f113" fmla="*/ f88 1 606"/>
                  <a:gd name="f114" fmla="*/ f89 1 606"/>
                  <a:gd name="f115" fmla="*/ f90 1 378"/>
                  <a:gd name="f116" fmla="*/ f91 1 378"/>
                  <a:gd name="f117" fmla="*/ f92 1 606"/>
                  <a:gd name="f118" fmla="*/ f93 1 378"/>
                  <a:gd name="f119" fmla="*/ f94 1 606"/>
                  <a:gd name="f120" fmla="*/ f95 1 378"/>
                  <a:gd name="f121" fmla="*/ f96 1 606"/>
                  <a:gd name="f122" fmla="*/ f97 1 606"/>
                  <a:gd name="f123" fmla="*/ f98 1 606"/>
                  <a:gd name="f124" fmla="*/ f99 1 378"/>
                  <a:gd name="f125" fmla="*/ f100 1 606"/>
                  <a:gd name="f126" fmla="*/ f101 1 606"/>
                  <a:gd name="f127" fmla="*/ f102 1 378"/>
                  <a:gd name="f128" fmla="*/ f103 1 606"/>
                  <a:gd name="f129" fmla="*/ f104 1 606"/>
                  <a:gd name="f130" fmla="*/ f105 1 378"/>
                  <a:gd name="f131" fmla="*/ 0 1 f80"/>
                  <a:gd name="f132" fmla="*/ f74 1 f80"/>
                  <a:gd name="f133" fmla="*/ 0 1 f81"/>
                  <a:gd name="f134" fmla="*/ f75 1 f81"/>
                  <a:gd name="f135" fmla="*/ f107 1 f80"/>
                  <a:gd name="f136" fmla="*/ f108 1 f81"/>
                  <a:gd name="f137" fmla="*/ f109 1 f81"/>
                  <a:gd name="f138" fmla="*/ f110 1 f80"/>
                  <a:gd name="f139" fmla="*/ f111 1 f81"/>
                  <a:gd name="f140" fmla="*/ f112 1 f80"/>
                  <a:gd name="f141" fmla="*/ f113 1 f81"/>
                  <a:gd name="f142" fmla="*/ f114 1 f81"/>
                  <a:gd name="f143" fmla="*/ f115 1 f80"/>
                  <a:gd name="f144" fmla="*/ f116 1 f80"/>
                  <a:gd name="f145" fmla="*/ f117 1 f81"/>
                  <a:gd name="f146" fmla="*/ f118 1 f80"/>
                  <a:gd name="f147" fmla="*/ f119 1 f81"/>
                  <a:gd name="f148" fmla="*/ f120 1 f80"/>
                  <a:gd name="f149" fmla="*/ f121 1 f81"/>
                  <a:gd name="f150" fmla="*/ f122 1 f81"/>
                  <a:gd name="f151" fmla="*/ f123 1 f81"/>
                  <a:gd name="f152" fmla="*/ f124 1 f80"/>
                  <a:gd name="f153" fmla="*/ f125 1 f81"/>
                  <a:gd name="f154" fmla="*/ f126 1 f81"/>
                  <a:gd name="f155" fmla="*/ f127 1 f80"/>
                  <a:gd name="f156" fmla="*/ f128 1 f81"/>
                  <a:gd name="f157" fmla="*/ f129 1 f81"/>
                  <a:gd name="f158" fmla="*/ f130 1 f80"/>
                  <a:gd name="f159" fmla="*/ f131 f71 1"/>
                  <a:gd name="f160" fmla="*/ f132 f71 1"/>
                  <a:gd name="f161" fmla="*/ f134 f72 1"/>
                  <a:gd name="f162" fmla="*/ f133 f72 1"/>
                  <a:gd name="f163" fmla="*/ f135 f71 1"/>
                  <a:gd name="f164" fmla="*/ f136 f72 1"/>
                  <a:gd name="f165" fmla="*/ f137 f72 1"/>
                  <a:gd name="f166" fmla="*/ f138 f71 1"/>
                  <a:gd name="f167" fmla="*/ f139 f72 1"/>
                  <a:gd name="f168" fmla="*/ f140 f71 1"/>
                  <a:gd name="f169" fmla="*/ f141 f72 1"/>
                  <a:gd name="f170" fmla="*/ f142 f72 1"/>
                  <a:gd name="f171" fmla="*/ f143 f71 1"/>
                  <a:gd name="f172" fmla="*/ f144 f71 1"/>
                  <a:gd name="f173" fmla="*/ f145 f72 1"/>
                  <a:gd name="f174" fmla="*/ f146 f71 1"/>
                  <a:gd name="f175" fmla="*/ f147 f72 1"/>
                  <a:gd name="f176" fmla="*/ f148 f71 1"/>
                  <a:gd name="f177" fmla="*/ f149 f72 1"/>
                  <a:gd name="f178" fmla="*/ f150 f72 1"/>
                  <a:gd name="f179" fmla="*/ f151 f72 1"/>
                  <a:gd name="f180" fmla="*/ f152 f71 1"/>
                  <a:gd name="f181" fmla="*/ f153 f72 1"/>
                  <a:gd name="f182" fmla="*/ f154 f72 1"/>
                  <a:gd name="f183" fmla="*/ f155 f71 1"/>
                  <a:gd name="f184" fmla="*/ f156 f72 1"/>
                  <a:gd name="f185" fmla="*/ f157 f72 1"/>
                  <a:gd name="f186" fmla="*/ f158 f7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106">
                    <a:pos x="f163" y="f164"/>
                  </a:cxn>
                  <a:cxn ang="f106">
                    <a:pos x="f163" y="f165"/>
                  </a:cxn>
                  <a:cxn ang="f106">
                    <a:pos x="f166" y="f167"/>
                  </a:cxn>
                  <a:cxn ang="f106">
                    <a:pos x="f168" y="f169"/>
                  </a:cxn>
                  <a:cxn ang="f106">
                    <a:pos x="f168" y="f170"/>
                  </a:cxn>
                  <a:cxn ang="f106">
                    <a:pos x="f171" y="f170"/>
                  </a:cxn>
                  <a:cxn ang="f106">
                    <a:pos x="f172" y="f173"/>
                  </a:cxn>
                  <a:cxn ang="f106">
                    <a:pos x="f174" y="f175"/>
                  </a:cxn>
                  <a:cxn ang="f106">
                    <a:pos x="f176" y="f177"/>
                  </a:cxn>
                  <a:cxn ang="f106">
                    <a:pos x="f163" y="f178"/>
                  </a:cxn>
                  <a:cxn ang="f106">
                    <a:pos x="f163" y="f179"/>
                  </a:cxn>
                  <a:cxn ang="f106">
                    <a:pos x="f180" y="f179"/>
                  </a:cxn>
                  <a:cxn ang="f106">
                    <a:pos x="f180" y="f181"/>
                  </a:cxn>
                  <a:cxn ang="f106">
                    <a:pos x="f163" y="f181"/>
                  </a:cxn>
                  <a:cxn ang="f106">
                    <a:pos x="f163" y="f182"/>
                  </a:cxn>
                  <a:cxn ang="f106">
                    <a:pos x="f183" y="f182"/>
                  </a:cxn>
                  <a:cxn ang="f106">
                    <a:pos x="f183" y="f184"/>
                  </a:cxn>
                  <a:cxn ang="f106">
                    <a:pos x="f163" y="f184"/>
                  </a:cxn>
                  <a:cxn ang="f106">
                    <a:pos x="f163" y="f185"/>
                  </a:cxn>
                  <a:cxn ang="f106">
                    <a:pos x="f186" y="f185"/>
                  </a:cxn>
                  <a:cxn ang="f106">
                    <a:pos x="f186" y="f164"/>
                  </a:cxn>
                  <a:cxn ang="f106">
                    <a:pos x="f163" y="f164"/>
                  </a:cxn>
                </a:cxnLst>
                <a:rect l="f159" t="f162" r="f160" b="f161"/>
                <a:pathLst>
                  <a:path w="378" h="606">
                    <a:moveTo>
                      <a:pt x="f6" y="f6"/>
                    </a:moveTo>
                    <a:cubicBezTo>
                      <a:pt x="f6" y="f9"/>
                      <a:pt x="f6" y="f10"/>
                      <a:pt x="f6" y="f11"/>
                    </a:cubicBezTo>
                    <a:cubicBezTo>
                      <a:pt x="f12" y="f13"/>
                      <a:pt x="f14" y="f15"/>
                      <a:pt x="f16" y="f17"/>
                    </a:cubicBezTo>
                    <a:cubicBezTo>
                      <a:pt x="f18" y="f19"/>
                      <a:pt x="f10" y="f20"/>
                      <a:pt x="f21" y="f20"/>
                    </a:cubicBezTo>
                    <a:cubicBezTo>
                      <a:pt x="f21" y="f22"/>
                      <a:pt x="f21" y="f23"/>
                      <a:pt x="f21" y="f24"/>
                    </a:cubicBezTo>
                    <a:cubicBezTo>
                      <a:pt x="f25" y="f24"/>
                      <a:pt x="f26" y="f24"/>
                      <a:pt x="f27" y="f24"/>
                    </a:cubicBezTo>
                    <a:cubicBezTo>
                      <a:pt x="f27" y="f28"/>
                      <a:pt x="f29" y="f30"/>
                      <a:pt x="f31" y="f32"/>
                    </a:cubicBezTo>
                    <a:cubicBezTo>
                      <a:pt x="f33" y="f34"/>
                      <a:pt x="f35" y="f36"/>
                      <a:pt x="f37" y="f38"/>
                    </a:cubicBezTo>
                    <a:cubicBezTo>
                      <a:pt x="f39" y="f40"/>
                      <a:pt x="f41" y="f40"/>
                      <a:pt x="f42" y="f40"/>
                    </a:cubicBezTo>
                    <a:cubicBezTo>
                      <a:pt x="f43" y="f44"/>
                      <a:pt x="f45" y="f46"/>
                      <a:pt x="f6" y="f47"/>
                    </a:cubicBezTo>
                    <a:cubicBezTo>
                      <a:pt x="f6" y="f2"/>
                      <a:pt x="f6" y="f48"/>
                      <a:pt x="f6" y="f49"/>
                    </a:cubicBezTo>
                    <a:cubicBezTo>
                      <a:pt x="f50" y="f49"/>
                      <a:pt x="f51" y="f49"/>
                      <a:pt x="f52" y="f49"/>
                    </a:cubicBezTo>
                    <a:cubicBezTo>
                      <a:pt x="f52" y="f53"/>
                      <a:pt x="f52" y="f54"/>
                      <a:pt x="f52" y="f55"/>
                    </a:cubicBezTo>
                    <a:cubicBezTo>
                      <a:pt x="f51" y="f55"/>
                      <a:pt x="f50" y="f55"/>
                      <a:pt x="f6" y="f55"/>
                    </a:cubicBezTo>
                    <a:cubicBezTo>
                      <a:pt x="f6" y="f56"/>
                      <a:pt x="f6" y="f57"/>
                      <a:pt x="f6" y="f58"/>
                    </a:cubicBezTo>
                    <a:cubicBezTo>
                      <a:pt x="f50" y="f58"/>
                      <a:pt x="f59" y="f58"/>
                      <a:pt x="f60" y="f58"/>
                    </a:cubicBezTo>
                    <a:cubicBezTo>
                      <a:pt x="f60" y="f61"/>
                      <a:pt x="f60" y="f62"/>
                      <a:pt x="f60" y="f63"/>
                    </a:cubicBezTo>
                    <a:cubicBezTo>
                      <a:pt x="f59" y="f63"/>
                      <a:pt x="f50" y="f63"/>
                      <a:pt x="f6" y="f63"/>
                    </a:cubicBezTo>
                    <a:cubicBezTo>
                      <a:pt x="f6" y="f64"/>
                      <a:pt x="f6" y="f65"/>
                      <a:pt x="f6" y="f8"/>
                    </a:cubicBezTo>
                    <a:cubicBezTo>
                      <a:pt x="f66" y="f8"/>
                      <a:pt x="f67" y="f8"/>
                      <a:pt x="f7" y="f8"/>
                    </a:cubicBezTo>
                    <a:cubicBezTo>
                      <a:pt x="f7" y="f68"/>
                      <a:pt x="f7" y="f69"/>
                      <a:pt x="f7" y="f6"/>
                    </a:cubicBezTo>
                    <a:cubicBezTo>
                      <a:pt x="f67" y="f6"/>
                      <a:pt x="f66" y="f6"/>
                      <a:pt x="f6" y="f6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t" anchorCtr="0" compatLnSpc="1">
                <a:noAutofit/>
              </a:bodyPr>
              <a:lstStyle/>
              <a:p>
                <a:pPr marL="0" marR="0" lvl="0" indent="0" algn="l" defTabSz="6858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05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  <a:ea typeface="Arial"/>
                  <a:cs typeface="Arial"/>
                </a:endParaRPr>
              </a:p>
            </p:txBody>
          </p:sp>
        </p:grpSp>
      </p:grp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C7250F08-1818-DF3E-4C6B-8E8A62B30189}"/>
              </a:ext>
            </a:extLst>
          </p:cNvPr>
          <p:cNvSpPr/>
          <p:nvPr/>
        </p:nvSpPr>
        <p:spPr>
          <a:xfrm rot="5400013">
            <a:off x="1948933" y="3912558"/>
            <a:ext cx="76233" cy="1668469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>
              <a:alpha val="78000"/>
            </a:srgbClr>
          </a:solidFill>
          <a:ln cap="flat">
            <a:noFill/>
            <a:prstDash val="solid"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marL="0" marR="0" lvl="0" indent="0" algn="ct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13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맑은 고딕" pitchFamily="34"/>
              <a:cs typeface="Arial"/>
            </a:endParaRPr>
          </a:p>
        </p:txBody>
      </p:sp>
      <p:grpSp>
        <p:nvGrpSpPr>
          <p:cNvPr id="16" name="Grupo 19">
            <a:extLst>
              <a:ext uri="{FF2B5EF4-FFF2-40B4-BE49-F238E27FC236}">
                <a16:creationId xmlns:a16="http://schemas.microsoft.com/office/drawing/2014/main" id="{684FD579-E515-9632-1D68-4AE98FD8983E}"/>
              </a:ext>
            </a:extLst>
          </p:cNvPr>
          <p:cNvGrpSpPr/>
          <p:nvPr/>
        </p:nvGrpSpPr>
        <p:grpSpPr>
          <a:xfrm>
            <a:off x="2141946" y="972506"/>
            <a:ext cx="679333" cy="682775"/>
            <a:chOff x="2855927" y="1296674"/>
            <a:chExt cx="905777" cy="910367"/>
          </a:xfrm>
        </p:grpSpPr>
        <p:sp>
          <p:nvSpPr>
            <p:cNvPr id="17" name="Rounded Rectangle 3">
              <a:extLst>
                <a:ext uri="{FF2B5EF4-FFF2-40B4-BE49-F238E27FC236}">
                  <a16:creationId xmlns:a16="http://schemas.microsoft.com/office/drawing/2014/main" id="{771FA211-EE03-162C-0A9D-8693D70EE17E}"/>
                </a:ext>
              </a:extLst>
            </p:cNvPr>
            <p:cNvSpPr/>
            <p:nvPr/>
          </p:nvSpPr>
          <p:spPr>
            <a:xfrm rot="10799991">
              <a:off x="3632363" y="1301264"/>
              <a:ext cx="129341" cy="905777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>
                <a:alpha val="78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6858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013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맑은 고딕" pitchFamily="34"/>
                <a:cs typeface="Arial"/>
              </a:endParaRPr>
            </a:p>
          </p:txBody>
        </p:sp>
        <p:sp>
          <p:nvSpPr>
            <p:cNvPr id="18" name="Rounded Rectangle 3">
              <a:extLst>
                <a:ext uri="{FF2B5EF4-FFF2-40B4-BE49-F238E27FC236}">
                  <a16:creationId xmlns:a16="http://schemas.microsoft.com/office/drawing/2014/main" id="{4EC11D39-BAD8-CF56-75C3-760B5671528A}"/>
                </a:ext>
              </a:extLst>
            </p:cNvPr>
            <p:cNvSpPr/>
            <p:nvPr/>
          </p:nvSpPr>
          <p:spPr>
            <a:xfrm rot="5400013">
              <a:off x="3244145" y="908456"/>
              <a:ext cx="129341" cy="905777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>
                <a:alpha val="78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6858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013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  <a:ea typeface="맑은 고딕" pitchFamily="34"/>
                <a:cs typeface="Arial"/>
              </a:endParaRPr>
            </a:p>
          </p:txBody>
        </p:sp>
      </p:grpSp>
      <p:grpSp>
        <p:nvGrpSpPr>
          <p:cNvPr id="19" name="Gráfico 10">
            <a:extLst>
              <a:ext uri="{FF2B5EF4-FFF2-40B4-BE49-F238E27FC236}">
                <a16:creationId xmlns:a16="http://schemas.microsoft.com/office/drawing/2014/main" id="{74728772-65AF-44C6-4AD1-A98D5905B094}"/>
              </a:ext>
            </a:extLst>
          </p:cNvPr>
          <p:cNvGrpSpPr/>
          <p:nvPr/>
        </p:nvGrpSpPr>
        <p:grpSpPr>
          <a:xfrm>
            <a:off x="470431" y="4093527"/>
            <a:ext cx="637025" cy="637025"/>
            <a:chOff x="627241" y="5458035"/>
            <a:chExt cx="849367" cy="849367"/>
          </a:xfrm>
        </p:grpSpPr>
        <p:sp>
          <p:nvSpPr>
            <p:cNvPr id="20" name="Forma libre: forma 23">
              <a:extLst>
                <a:ext uri="{FF2B5EF4-FFF2-40B4-BE49-F238E27FC236}">
                  <a16:creationId xmlns:a16="http://schemas.microsoft.com/office/drawing/2014/main" id="{AF2BD02A-CEC7-7389-1FE4-53CE9637BCAE}"/>
                </a:ext>
              </a:extLst>
            </p:cNvPr>
            <p:cNvSpPr/>
            <p:nvPr/>
          </p:nvSpPr>
          <p:spPr>
            <a:xfrm>
              <a:off x="627241" y="5458035"/>
              <a:ext cx="849367" cy="84936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849367"/>
                <a:gd name="f7" fmla="val 424684"/>
                <a:gd name="f8" fmla="val 659230"/>
                <a:gd name="f9" fmla="val 190137"/>
                <a:gd name="f10" fmla="+- 0 0 -90"/>
                <a:gd name="f11" fmla="*/ f3 1 849367"/>
                <a:gd name="f12" fmla="*/ f4 1 849367"/>
                <a:gd name="f13" fmla="val f5"/>
                <a:gd name="f14" fmla="val f6"/>
                <a:gd name="f15" fmla="*/ f10 f0 1"/>
                <a:gd name="f16" fmla="+- f14 0 f13"/>
                <a:gd name="f17" fmla="*/ f15 1 f2"/>
                <a:gd name="f18" fmla="*/ f16 1 849367"/>
                <a:gd name="f19" fmla="*/ 849367 f16 1"/>
                <a:gd name="f20" fmla="*/ 424684 f16 1"/>
                <a:gd name="f21" fmla="*/ 0 f16 1"/>
                <a:gd name="f22" fmla="+- f17 0 f1"/>
                <a:gd name="f23" fmla="*/ f19 1 849367"/>
                <a:gd name="f24" fmla="*/ f20 1 849367"/>
                <a:gd name="f25" fmla="*/ f21 1 849367"/>
                <a:gd name="f26" fmla="*/ f13 1 f18"/>
                <a:gd name="f27" fmla="*/ f14 1 f18"/>
                <a:gd name="f28" fmla="*/ f23 1 f18"/>
                <a:gd name="f29" fmla="*/ f24 1 f18"/>
                <a:gd name="f30" fmla="*/ f25 1 f18"/>
                <a:gd name="f31" fmla="*/ f26 f11 1"/>
                <a:gd name="f32" fmla="*/ f27 f11 1"/>
                <a:gd name="f33" fmla="*/ f27 f12 1"/>
                <a:gd name="f34" fmla="*/ f26 f12 1"/>
                <a:gd name="f35" fmla="*/ f28 f11 1"/>
                <a:gd name="f36" fmla="*/ f29 f12 1"/>
                <a:gd name="f37" fmla="*/ f29 f11 1"/>
                <a:gd name="f38" fmla="*/ f28 f12 1"/>
                <a:gd name="f39" fmla="*/ f30 f11 1"/>
                <a:gd name="f40" fmla="*/ f30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2">
                  <a:pos x="f35" y="f36"/>
                </a:cxn>
                <a:cxn ang="f22">
                  <a:pos x="f37" y="f38"/>
                </a:cxn>
                <a:cxn ang="f22">
                  <a:pos x="f39" y="f36"/>
                </a:cxn>
                <a:cxn ang="f22">
                  <a:pos x="f37" y="f40"/>
                </a:cxn>
                <a:cxn ang="f22">
                  <a:pos x="f35" y="f36"/>
                </a:cxn>
              </a:cxnLst>
              <a:rect l="f31" t="f34" r="f32" b="f33"/>
              <a:pathLst>
                <a:path w="849367" h="849367">
                  <a:moveTo>
                    <a:pt x="f6" y="f7"/>
                  </a:moveTo>
                  <a:cubicBezTo>
                    <a:pt x="f6" y="f8"/>
                    <a:pt x="f8" y="f6"/>
                    <a:pt x="f7" y="f6"/>
                  </a:cubicBezTo>
                  <a:cubicBezTo>
                    <a:pt x="f9" y="f6"/>
                    <a:pt x="f5" y="f8"/>
                    <a:pt x="f5" y="f7"/>
                  </a:cubicBezTo>
                  <a:cubicBezTo>
                    <a:pt x="f5" y="f9"/>
                    <a:pt x="f9" y="f5"/>
                    <a:pt x="f7" y="f5"/>
                  </a:cubicBezTo>
                  <a:cubicBezTo>
                    <a:pt x="f8" y="f5"/>
                    <a:pt x="f6" y="f9"/>
                    <a:pt x="f6" y="f7"/>
                  </a:cubicBezTo>
                  <a:close/>
                </a:path>
              </a:pathLst>
            </a:custGeom>
            <a:solidFill>
              <a:srgbClr val="13192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6858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Arial"/>
                <a:cs typeface="Arial"/>
              </a:endParaRPr>
            </a:p>
          </p:txBody>
        </p:sp>
        <p:sp>
          <p:nvSpPr>
            <p:cNvPr id="21" name="Forma libre: forma 24">
              <a:extLst>
                <a:ext uri="{FF2B5EF4-FFF2-40B4-BE49-F238E27FC236}">
                  <a16:creationId xmlns:a16="http://schemas.microsoft.com/office/drawing/2014/main" id="{4E150411-7374-33CF-7A50-3A9F02A7CD9B}"/>
                </a:ext>
              </a:extLst>
            </p:cNvPr>
            <p:cNvSpPr/>
            <p:nvPr/>
          </p:nvSpPr>
          <p:spPr>
            <a:xfrm>
              <a:off x="736503" y="5562368"/>
              <a:ext cx="662007" cy="64064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662009"/>
                <a:gd name="f7" fmla="val 640647"/>
                <a:gd name="f8" fmla="val 398577"/>
                <a:gd name="f9" fmla="val 121941"/>
                <a:gd name="f10" fmla="val 383196"/>
                <a:gd name="f11" fmla="val 81301"/>
                <a:gd name="f12" fmla="val 383219"/>
                <a:gd name="f13" fmla="val 40662"/>
                <a:gd name="f14" fmla="val 255480"/>
                <a:gd name="f15" fmla="val 21385"/>
                <a:gd name="f16" fmla="val 127740"/>
                <a:gd name="f17" fmla="val 42748"/>
                <a:gd name="f18" fmla="val 64133"/>
                <a:gd name="f19" fmla="val 234805"/>
                <a:gd name="f20" fmla="val 405476"/>
                <a:gd name="f21" fmla="val 576124"/>
                <a:gd name="f22" fmla="val 127717"/>
                <a:gd name="f23" fmla="val 597624"/>
                <a:gd name="f24" fmla="val 255411"/>
                <a:gd name="f25" fmla="val 619147"/>
                <a:gd name="f26" fmla="val 383128"/>
                <a:gd name="f27" fmla="val 383151"/>
                <a:gd name="f28" fmla="val 467982"/>
                <a:gd name="f29" fmla="val 295179"/>
                <a:gd name="f30" fmla="val 122514"/>
                <a:gd name="f31" fmla="val 398072"/>
                <a:gd name="f32" fmla="val 132530"/>
                <a:gd name="f33" fmla="val 398049"/>
                <a:gd name="f34" fmla="val 142639"/>
                <a:gd name="f35" fmla="val 152655"/>
                <a:gd name="f36" fmla="val 475569"/>
                <a:gd name="f37" fmla="val 553088"/>
                <a:gd name="f38" fmla="val 630608"/>
                <a:gd name="f39" fmla="val 248397"/>
                <a:gd name="f40" fmla="val 344322"/>
                <a:gd name="f41" fmla="val 440087"/>
                <a:gd name="f42" fmla="val 614907"/>
                <a:gd name="f43" fmla="val 349548"/>
                <a:gd name="f44" fmla="val 258803"/>
                <a:gd name="f45" fmla="val 168264"/>
                <a:gd name="f46" fmla="val 542590"/>
                <a:gd name="f47" fmla="val 470274"/>
                <a:gd name="f48" fmla="val 168242"/>
                <a:gd name="f49" fmla="val 397958"/>
                <a:gd name="f50" fmla="val 181490"/>
                <a:gd name="f51" fmla="val 194761"/>
                <a:gd name="f52" fmla="val 208010"/>
                <a:gd name="f53" fmla="val 400296"/>
                <a:gd name="f54" fmla="val 207781"/>
                <a:gd name="f55" fmla="val 407149"/>
                <a:gd name="f56" fmla="val 206910"/>
                <a:gd name="f57" fmla="val 413177"/>
                <a:gd name="f58" fmla="val 206337"/>
                <a:gd name="f59" fmla="val 419435"/>
                <a:gd name="f60" fmla="val 205741"/>
                <a:gd name="f61" fmla="val 424890"/>
                <a:gd name="f62" fmla="val 205488"/>
                <a:gd name="f63" fmla="val 427457"/>
                <a:gd name="f64" fmla="val 205236"/>
                <a:gd name="f65" fmla="val 232604"/>
                <a:gd name="f66" fmla="val 259972"/>
                <a:gd name="f67" fmla="val 287340"/>
                <a:gd name="f68" fmla="val 455467"/>
                <a:gd name="f69" fmla="val 483499"/>
                <a:gd name="f70" fmla="val 511509"/>
                <a:gd name="f71" fmla="val 511601"/>
                <a:gd name="f72" fmla="val 294491"/>
                <a:gd name="f73" fmla="val 510867"/>
                <a:gd name="f74" fmla="val 314272"/>
                <a:gd name="f75" fmla="val 497298"/>
                <a:gd name="f76" fmla="val 333435"/>
                <a:gd name="f77" fmla="val 495648"/>
                <a:gd name="f78" fmla="val 335772"/>
                <a:gd name="f79" fmla="val 481551"/>
                <a:gd name="f80" fmla="val 355118"/>
                <a:gd name="f81" fmla="val 455879"/>
                <a:gd name="f82" fmla="val 363003"/>
                <a:gd name="f83" fmla="val 442677"/>
                <a:gd name="f84" fmla="val 367060"/>
                <a:gd name="f85" fmla="val 430597"/>
                <a:gd name="f86" fmla="val 366808"/>
                <a:gd name="f87" fmla="val 421933"/>
                <a:gd name="f88" fmla="val 366624"/>
                <a:gd name="f89" fmla="val 412100"/>
                <a:gd name="f90" fmla="val 366418"/>
                <a:gd name="f91" fmla="val 403894"/>
                <a:gd name="f92" fmla="val 365180"/>
                <a:gd name="f93" fmla="val 363988"/>
                <a:gd name="f94" fmla="val 374143"/>
                <a:gd name="f95" fmla="val 384274"/>
                <a:gd name="f96" fmla="val 394428"/>
                <a:gd name="f97" fmla="val 448109"/>
                <a:gd name="f98" fmla="val 498261"/>
                <a:gd name="f99" fmla="val 548412"/>
                <a:gd name="f100" fmla="val 403986"/>
                <a:gd name="f101" fmla="val 413521"/>
                <a:gd name="f102" fmla="val 423079"/>
                <a:gd name="f103" fmla="val 448086"/>
                <a:gd name="f104" fmla="val 397935"/>
                <a:gd name="f105" fmla="val 431996"/>
                <a:gd name="f106" fmla="val 440935"/>
                <a:gd name="f107" fmla="val 449851"/>
                <a:gd name="f108" fmla="val 447788"/>
                <a:gd name="f109" fmla="val 497665"/>
                <a:gd name="f110" fmla="val 547518"/>
                <a:gd name="f111" fmla="val 460005"/>
                <a:gd name="f112" fmla="val 470159"/>
                <a:gd name="f113" fmla="val 480313"/>
                <a:gd name="f114" fmla="val 497642"/>
                <a:gd name="f115" fmla="val 447765"/>
                <a:gd name="f116" fmla="val 397912"/>
                <a:gd name="f117" fmla="val 492003"/>
                <a:gd name="f118" fmla="val 503693"/>
                <a:gd name="f119" fmla="val 515406"/>
                <a:gd name="f120" fmla="val 470251"/>
                <a:gd name="f121" fmla="val 542567"/>
                <a:gd name="f122" fmla="val 490468"/>
                <a:gd name="f123" fmla="val 465529"/>
                <a:gd name="f124" fmla="val 440591"/>
                <a:gd name="f125" fmla="val 641083"/>
                <a:gd name="f126" fmla="val 651535"/>
                <a:gd name="f127" fmla="val 662010"/>
                <a:gd name="f128" fmla="val 334420"/>
                <a:gd name="f129" fmla="val 228249"/>
                <a:gd name="f130" fmla="val 122101"/>
                <a:gd name="f131" fmla="val 574199"/>
                <a:gd name="f132" fmla="val 122032"/>
                <a:gd name="f133" fmla="val 486388"/>
                <a:gd name="f134" fmla="val 121987"/>
                <a:gd name="f135" fmla="val 267834"/>
                <a:gd name="f136" fmla="val 452946"/>
                <a:gd name="f137" fmla="val 246334"/>
                <a:gd name="f138" fmla="val 472451"/>
                <a:gd name="f139" fmla="val 215070"/>
                <a:gd name="f140" fmla="val 482743"/>
                <a:gd name="f141" fmla="val 177387"/>
                <a:gd name="f142" fmla="val 145572"/>
                <a:gd name="f143" fmla="val 109838"/>
                <a:gd name="f144" fmla="val 473735"/>
                <a:gd name="f145" fmla="val 90470"/>
                <a:gd name="f146" fmla="val 460808"/>
                <a:gd name="f147" fmla="val 86230"/>
                <a:gd name="f148" fmla="val 457988"/>
                <a:gd name="f149" fmla="val 100899"/>
                <a:gd name="f150" fmla="val 409281"/>
                <a:gd name="f151" fmla="val 108509"/>
                <a:gd name="f152" fmla="val 413957"/>
                <a:gd name="f153" fmla="val 129092"/>
                <a:gd name="f154" fmla="val 426632"/>
                <a:gd name="f155" fmla="val 155933"/>
                <a:gd name="f156" fmla="val 434196"/>
                <a:gd name="f157" fmla="val 180275"/>
                <a:gd name="f158" fmla="val 218049"/>
                <a:gd name="f159" fmla="val 241521"/>
                <a:gd name="f160" fmla="val 415538"/>
                <a:gd name="f161" fmla="val 385511"/>
                <a:gd name="f162" fmla="val 358625"/>
                <a:gd name="f163" fmla="val 226622"/>
                <a:gd name="f164" fmla="val 343359"/>
                <a:gd name="f165" fmla="val 184561"/>
                <a:gd name="f166" fmla="val 327177"/>
                <a:gd name="f167" fmla="val 122926"/>
                <a:gd name="f168" fmla="val 305333"/>
                <a:gd name="f169" fmla="val 94160"/>
                <a:gd name="f170" fmla="val 273954"/>
                <a:gd name="f171" fmla="val 228478"/>
                <a:gd name="f172" fmla="val 172367"/>
                <a:gd name="f173" fmla="val 140301"/>
                <a:gd name="f174" fmla="val 133195"/>
                <a:gd name="f175" fmla="val 206359"/>
                <a:gd name="f176" fmla="val 246082"/>
                <a:gd name="f177" fmla="val 270630"/>
                <a:gd name="f178" fmla="val 143739"/>
                <a:gd name="f179" fmla="val 281747"/>
                <a:gd name="f180" fmla="val 150042"/>
                <a:gd name="f181" fmla="val 286698"/>
                <a:gd name="f182" fmla="val 152838"/>
                <a:gd name="f183" fmla="val 270653"/>
                <a:gd name="f184" fmla="val 200285"/>
                <a:gd name="f185" fmla="val 263479"/>
                <a:gd name="f186" fmla="val 196366"/>
                <a:gd name="f187" fmla="val 251262"/>
                <a:gd name="f188" fmla="val 189696"/>
                <a:gd name="f189" fmla="val 231160"/>
                <a:gd name="f190" fmla="val 181742"/>
                <a:gd name="f191" fmla="val 204938"/>
                <a:gd name="f192" fmla="val 167302"/>
                <a:gd name="f193" fmla="val 150455"/>
                <a:gd name="f194" fmla="val 202807"/>
                <a:gd name="f195" fmla="val 223665"/>
                <a:gd name="f196" fmla="val 248672"/>
                <a:gd name="f197" fmla="val 165124"/>
                <a:gd name="f198" fmla="val 262379"/>
                <a:gd name="f199" fmla="val 210806"/>
                <a:gd name="f200" fmla="val 280051"/>
                <a:gd name="f201" fmla="val 272143"/>
                <a:gd name="f202" fmla="val 303729"/>
                <a:gd name="f203" fmla="val 298296"/>
                <a:gd name="f204" fmla="val 334260"/>
                <a:gd name="f205" fmla="val 382119"/>
                <a:gd name="f206" fmla="val 409968"/>
                <a:gd name="f207" fmla="val 287478"/>
                <a:gd name="f208" fmla="val 435113"/>
                <a:gd name="f209" fmla="+- 0 0 -90"/>
                <a:gd name="f210" fmla="*/ f3 1 662009"/>
                <a:gd name="f211" fmla="*/ f4 1 640647"/>
                <a:gd name="f212" fmla="val f5"/>
                <a:gd name="f213" fmla="val f6"/>
                <a:gd name="f214" fmla="val f7"/>
                <a:gd name="f215" fmla="*/ f209 f0 1"/>
                <a:gd name="f216" fmla="+- f214 0 f212"/>
                <a:gd name="f217" fmla="+- f213 0 f212"/>
                <a:gd name="f218" fmla="*/ f215 1 f2"/>
                <a:gd name="f219" fmla="*/ f217 1 662009"/>
                <a:gd name="f220" fmla="*/ f216 1 640647"/>
                <a:gd name="f221" fmla="*/ 398577 f217 1"/>
                <a:gd name="f222" fmla="*/ 121941 f216 1"/>
                <a:gd name="f223" fmla="*/ 383196 f217 1"/>
                <a:gd name="f224" fmla="*/ 383219 f217 1"/>
                <a:gd name="f225" fmla="*/ 0 f216 1"/>
                <a:gd name="f226" fmla="*/ 0 f217 1"/>
                <a:gd name="f227" fmla="*/ 64133 f216 1"/>
                <a:gd name="f228" fmla="*/ 576124 f216 1"/>
                <a:gd name="f229" fmla="*/ 383128 f217 1"/>
                <a:gd name="f230" fmla="*/ 640647 f216 1"/>
                <a:gd name="f231" fmla="*/ 122514 f216 1"/>
                <a:gd name="f232" fmla="*/ 398072 f217 1"/>
                <a:gd name="f233" fmla="*/ 398049 f217 1"/>
                <a:gd name="f234" fmla="*/ 152655 f216 1"/>
                <a:gd name="f235" fmla="*/ 630608 f217 1"/>
                <a:gd name="f236" fmla="*/ 440087 f216 1"/>
                <a:gd name="f237" fmla="*/ 614907 f217 1"/>
                <a:gd name="f238" fmla="*/ 168264 f216 1"/>
                <a:gd name="f239" fmla="*/ 397958 f217 1"/>
                <a:gd name="f240" fmla="*/ 168242 f216 1"/>
                <a:gd name="f241" fmla="*/ 208010 f216 1"/>
                <a:gd name="f242" fmla="*/ 413177 f217 1"/>
                <a:gd name="f243" fmla="*/ 206337 f216 1"/>
                <a:gd name="f244" fmla="*/ 427457 f217 1"/>
                <a:gd name="f245" fmla="*/ 205236 f216 1"/>
                <a:gd name="f246" fmla="*/ 287340 f216 1"/>
                <a:gd name="f247" fmla="*/ 511509 f217 1"/>
                <a:gd name="f248" fmla="*/ 497298 f217 1"/>
                <a:gd name="f249" fmla="*/ 333435 f216 1"/>
                <a:gd name="f250" fmla="*/ 455879 f217 1"/>
                <a:gd name="f251" fmla="*/ 363003 f216 1"/>
                <a:gd name="f252" fmla="*/ 421933 f217 1"/>
                <a:gd name="f253" fmla="*/ 366624 f216 1"/>
                <a:gd name="f254" fmla="*/ 363988 f216 1"/>
                <a:gd name="f255" fmla="*/ 394428 f216 1"/>
                <a:gd name="f256" fmla="*/ 548412 f217 1"/>
                <a:gd name="f257" fmla="*/ 423079 f216 1"/>
                <a:gd name="f258" fmla="*/ 397935 f217 1"/>
                <a:gd name="f259" fmla="*/ 449851 f216 1"/>
                <a:gd name="f260" fmla="*/ 547518 f217 1"/>
                <a:gd name="f261" fmla="*/ 480313 f216 1"/>
                <a:gd name="f262" fmla="*/ 397912 f217 1"/>
                <a:gd name="f263" fmla="*/ 515406 f216 1"/>
                <a:gd name="f264" fmla="*/ 440591 f216 1"/>
                <a:gd name="f265" fmla="*/ 662010 f217 1"/>
                <a:gd name="f266" fmla="*/ 122101 f216 1"/>
                <a:gd name="f267" fmla="*/ 267834 f217 1"/>
                <a:gd name="f268" fmla="*/ 452946 f216 1"/>
                <a:gd name="f269" fmla="*/ 177387 f217 1"/>
                <a:gd name="f270" fmla="*/ 482743 f216 1"/>
                <a:gd name="f271" fmla="*/ 90470 f217 1"/>
                <a:gd name="f272" fmla="*/ 460808 f216 1"/>
                <a:gd name="f273" fmla="*/ 86230 f217 1"/>
                <a:gd name="f274" fmla="*/ 457988 f216 1"/>
                <a:gd name="f275" fmla="*/ 100899 f217 1"/>
                <a:gd name="f276" fmla="*/ 409281 f216 1"/>
                <a:gd name="f277" fmla="*/ 108509 f217 1"/>
                <a:gd name="f278" fmla="*/ 413957 f216 1"/>
                <a:gd name="f279" fmla="*/ 180275 f217 1"/>
                <a:gd name="f280" fmla="*/ 434196 f216 1"/>
                <a:gd name="f281" fmla="*/ 241521 f217 1"/>
                <a:gd name="f282" fmla="*/ 385511 f216 1"/>
                <a:gd name="f283" fmla="*/ 184561 f217 1"/>
                <a:gd name="f284" fmla="*/ 327177 f216 1"/>
                <a:gd name="f285" fmla="*/ 94160 f217 1"/>
                <a:gd name="f286" fmla="*/ 228478 f216 1"/>
                <a:gd name="f287" fmla="*/ 206359 f217 1"/>
                <a:gd name="f288" fmla="*/ 133195 f216 1"/>
                <a:gd name="f289" fmla="*/ 281747 f217 1"/>
                <a:gd name="f290" fmla="*/ 150042 f216 1"/>
                <a:gd name="f291" fmla="*/ 286698 f217 1"/>
                <a:gd name="f292" fmla="*/ 152838 f216 1"/>
                <a:gd name="f293" fmla="*/ 270653 f217 1"/>
                <a:gd name="f294" fmla="*/ 200285 f216 1"/>
                <a:gd name="f295" fmla="*/ 263479 f217 1"/>
                <a:gd name="f296" fmla="*/ 196366 f216 1"/>
                <a:gd name="f297" fmla="*/ 204938 f217 1"/>
                <a:gd name="f298" fmla="*/ 181742 f216 1"/>
                <a:gd name="f299" fmla="*/ 150455 f217 1"/>
                <a:gd name="f300" fmla="*/ 223665 f216 1"/>
                <a:gd name="f301" fmla="*/ 210806 f217 1"/>
                <a:gd name="f302" fmla="*/ 280051 f216 1"/>
                <a:gd name="f303" fmla="*/ 298296 f217 1"/>
                <a:gd name="f304" fmla="*/ 382119 f216 1"/>
                <a:gd name="f305" fmla="+- f218 0 f1"/>
                <a:gd name="f306" fmla="*/ f221 1 662009"/>
                <a:gd name="f307" fmla="*/ f222 1 640647"/>
                <a:gd name="f308" fmla="*/ f223 1 662009"/>
                <a:gd name="f309" fmla="*/ f224 1 662009"/>
                <a:gd name="f310" fmla="*/ f225 1 640647"/>
                <a:gd name="f311" fmla="*/ f226 1 662009"/>
                <a:gd name="f312" fmla="*/ f227 1 640647"/>
                <a:gd name="f313" fmla="*/ f228 1 640647"/>
                <a:gd name="f314" fmla="*/ f229 1 662009"/>
                <a:gd name="f315" fmla="*/ f230 1 640647"/>
                <a:gd name="f316" fmla="*/ f231 1 640647"/>
                <a:gd name="f317" fmla="*/ f232 1 662009"/>
                <a:gd name="f318" fmla="*/ f233 1 662009"/>
                <a:gd name="f319" fmla="*/ f234 1 640647"/>
                <a:gd name="f320" fmla="*/ f235 1 662009"/>
                <a:gd name="f321" fmla="*/ f236 1 640647"/>
                <a:gd name="f322" fmla="*/ f237 1 662009"/>
                <a:gd name="f323" fmla="*/ f238 1 640647"/>
                <a:gd name="f324" fmla="*/ f239 1 662009"/>
                <a:gd name="f325" fmla="*/ f240 1 640647"/>
                <a:gd name="f326" fmla="*/ f241 1 640647"/>
                <a:gd name="f327" fmla="*/ f242 1 662009"/>
                <a:gd name="f328" fmla="*/ f243 1 640647"/>
                <a:gd name="f329" fmla="*/ f244 1 662009"/>
                <a:gd name="f330" fmla="*/ f245 1 640647"/>
                <a:gd name="f331" fmla="*/ f246 1 640647"/>
                <a:gd name="f332" fmla="*/ f247 1 662009"/>
                <a:gd name="f333" fmla="*/ f248 1 662009"/>
                <a:gd name="f334" fmla="*/ f249 1 640647"/>
                <a:gd name="f335" fmla="*/ f250 1 662009"/>
                <a:gd name="f336" fmla="*/ f251 1 640647"/>
                <a:gd name="f337" fmla="*/ f252 1 662009"/>
                <a:gd name="f338" fmla="*/ f253 1 640647"/>
                <a:gd name="f339" fmla="*/ f254 1 640647"/>
                <a:gd name="f340" fmla="*/ f255 1 640647"/>
                <a:gd name="f341" fmla="*/ f256 1 662009"/>
                <a:gd name="f342" fmla="*/ f257 1 640647"/>
                <a:gd name="f343" fmla="*/ f258 1 662009"/>
                <a:gd name="f344" fmla="*/ f259 1 640647"/>
                <a:gd name="f345" fmla="*/ f260 1 662009"/>
                <a:gd name="f346" fmla="*/ f261 1 640647"/>
                <a:gd name="f347" fmla="*/ f262 1 662009"/>
                <a:gd name="f348" fmla="*/ f263 1 640647"/>
                <a:gd name="f349" fmla="*/ f264 1 640647"/>
                <a:gd name="f350" fmla="*/ f265 1 662009"/>
                <a:gd name="f351" fmla="*/ f266 1 640647"/>
                <a:gd name="f352" fmla="*/ f267 1 662009"/>
                <a:gd name="f353" fmla="*/ f268 1 640647"/>
                <a:gd name="f354" fmla="*/ f269 1 662009"/>
                <a:gd name="f355" fmla="*/ f270 1 640647"/>
                <a:gd name="f356" fmla="*/ f271 1 662009"/>
                <a:gd name="f357" fmla="*/ f272 1 640647"/>
                <a:gd name="f358" fmla="*/ f273 1 662009"/>
                <a:gd name="f359" fmla="*/ f274 1 640647"/>
                <a:gd name="f360" fmla="*/ f275 1 662009"/>
                <a:gd name="f361" fmla="*/ f276 1 640647"/>
                <a:gd name="f362" fmla="*/ f277 1 662009"/>
                <a:gd name="f363" fmla="*/ f278 1 640647"/>
                <a:gd name="f364" fmla="*/ f279 1 662009"/>
                <a:gd name="f365" fmla="*/ f280 1 640647"/>
                <a:gd name="f366" fmla="*/ f281 1 662009"/>
                <a:gd name="f367" fmla="*/ f282 1 640647"/>
                <a:gd name="f368" fmla="*/ f283 1 662009"/>
                <a:gd name="f369" fmla="*/ f284 1 640647"/>
                <a:gd name="f370" fmla="*/ f285 1 662009"/>
                <a:gd name="f371" fmla="*/ f286 1 640647"/>
                <a:gd name="f372" fmla="*/ f287 1 662009"/>
                <a:gd name="f373" fmla="*/ f288 1 640647"/>
                <a:gd name="f374" fmla="*/ f289 1 662009"/>
                <a:gd name="f375" fmla="*/ f290 1 640647"/>
                <a:gd name="f376" fmla="*/ f291 1 662009"/>
                <a:gd name="f377" fmla="*/ f292 1 640647"/>
                <a:gd name="f378" fmla="*/ f293 1 662009"/>
                <a:gd name="f379" fmla="*/ f294 1 640647"/>
                <a:gd name="f380" fmla="*/ f295 1 662009"/>
                <a:gd name="f381" fmla="*/ f296 1 640647"/>
                <a:gd name="f382" fmla="*/ f297 1 662009"/>
                <a:gd name="f383" fmla="*/ f298 1 640647"/>
                <a:gd name="f384" fmla="*/ f299 1 662009"/>
                <a:gd name="f385" fmla="*/ f300 1 640647"/>
                <a:gd name="f386" fmla="*/ f301 1 662009"/>
                <a:gd name="f387" fmla="*/ f302 1 640647"/>
                <a:gd name="f388" fmla="*/ f303 1 662009"/>
                <a:gd name="f389" fmla="*/ f304 1 640647"/>
                <a:gd name="f390" fmla="*/ f212 1 f219"/>
                <a:gd name="f391" fmla="*/ f213 1 f219"/>
                <a:gd name="f392" fmla="*/ f212 1 f220"/>
                <a:gd name="f393" fmla="*/ f214 1 f220"/>
                <a:gd name="f394" fmla="*/ f306 1 f219"/>
                <a:gd name="f395" fmla="*/ f307 1 f220"/>
                <a:gd name="f396" fmla="*/ f308 1 f219"/>
                <a:gd name="f397" fmla="*/ f309 1 f219"/>
                <a:gd name="f398" fmla="*/ f310 1 f220"/>
                <a:gd name="f399" fmla="*/ f311 1 f219"/>
                <a:gd name="f400" fmla="*/ f312 1 f220"/>
                <a:gd name="f401" fmla="*/ f313 1 f220"/>
                <a:gd name="f402" fmla="*/ f314 1 f219"/>
                <a:gd name="f403" fmla="*/ f315 1 f220"/>
                <a:gd name="f404" fmla="*/ f316 1 f220"/>
                <a:gd name="f405" fmla="*/ f317 1 f219"/>
                <a:gd name="f406" fmla="*/ f318 1 f219"/>
                <a:gd name="f407" fmla="*/ f319 1 f220"/>
                <a:gd name="f408" fmla="*/ f320 1 f219"/>
                <a:gd name="f409" fmla="*/ f321 1 f220"/>
                <a:gd name="f410" fmla="*/ f322 1 f219"/>
                <a:gd name="f411" fmla="*/ f323 1 f220"/>
                <a:gd name="f412" fmla="*/ f324 1 f219"/>
                <a:gd name="f413" fmla="*/ f325 1 f220"/>
                <a:gd name="f414" fmla="*/ f326 1 f220"/>
                <a:gd name="f415" fmla="*/ f327 1 f219"/>
                <a:gd name="f416" fmla="*/ f328 1 f220"/>
                <a:gd name="f417" fmla="*/ f329 1 f219"/>
                <a:gd name="f418" fmla="*/ f330 1 f220"/>
                <a:gd name="f419" fmla="*/ f331 1 f220"/>
                <a:gd name="f420" fmla="*/ f332 1 f219"/>
                <a:gd name="f421" fmla="*/ f333 1 f219"/>
                <a:gd name="f422" fmla="*/ f334 1 f220"/>
                <a:gd name="f423" fmla="*/ f335 1 f219"/>
                <a:gd name="f424" fmla="*/ f336 1 f220"/>
                <a:gd name="f425" fmla="*/ f337 1 f219"/>
                <a:gd name="f426" fmla="*/ f338 1 f220"/>
                <a:gd name="f427" fmla="*/ f339 1 f220"/>
                <a:gd name="f428" fmla="*/ f340 1 f220"/>
                <a:gd name="f429" fmla="*/ f341 1 f219"/>
                <a:gd name="f430" fmla="*/ f342 1 f220"/>
                <a:gd name="f431" fmla="*/ f343 1 f219"/>
                <a:gd name="f432" fmla="*/ f344 1 f220"/>
                <a:gd name="f433" fmla="*/ f345 1 f219"/>
                <a:gd name="f434" fmla="*/ f346 1 f220"/>
                <a:gd name="f435" fmla="*/ f347 1 f219"/>
                <a:gd name="f436" fmla="*/ f348 1 f220"/>
                <a:gd name="f437" fmla="*/ f349 1 f220"/>
                <a:gd name="f438" fmla="*/ f350 1 f219"/>
                <a:gd name="f439" fmla="*/ f351 1 f220"/>
                <a:gd name="f440" fmla="*/ f352 1 f219"/>
                <a:gd name="f441" fmla="*/ f353 1 f220"/>
                <a:gd name="f442" fmla="*/ f354 1 f219"/>
                <a:gd name="f443" fmla="*/ f355 1 f220"/>
                <a:gd name="f444" fmla="*/ f356 1 f219"/>
                <a:gd name="f445" fmla="*/ f357 1 f220"/>
                <a:gd name="f446" fmla="*/ f358 1 f219"/>
                <a:gd name="f447" fmla="*/ f359 1 f220"/>
                <a:gd name="f448" fmla="*/ f360 1 f219"/>
                <a:gd name="f449" fmla="*/ f361 1 f220"/>
                <a:gd name="f450" fmla="*/ f362 1 f219"/>
                <a:gd name="f451" fmla="*/ f363 1 f220"/>
                <a:gd name="f452" fmla="*/ f364 1 f219"/>
                <a:gd name="f453" fmla="*/ f365 1 f220"/>
                <a:gd name="f454" fmla="*/ f366 1 f219"/>
                <a:gd name="f455" fmla="*/ f367 1 f220"/>
                <a:gd name="f456" fmla="*/ f368 1 f219"/>
                <a:gd name="f457" fmla="*/ f369 1 f220"/>
                <a:gd name="f458" fmla="*/ f370 1 f219"/>
                <a:gd name="f459" fmla="*/ f371 1 f220"/>
                <a:gd name="f460" fmla="*/ f372 1 f219"/>
                <a:gd name="f461" fmla="*/ f373 1 f220"/>
                <a:gd name="f462" fmla="*/ f374 1 f219"/>
                <a:gd name="f463" fmla="*/ f375 1 f220"/>
                <a:gd name="f464" fmla="*/ f376 1 f219"/>
                <a:gd name="f465" fmla="*/ f377 1 f220"/>
                <a:gd name="f466" fmla="*/ f378 1 f219"/>
                <a:gd name="f467" fmla="*/ f379 1 f220"/>
                <a:gd name="f468" fmla="*/ f380 1 f219"/>
                <a:gd name="f469" fmla="*/ f381 1 f220"/>
                <a:gd name="f470" fmla="*/ f382 1 f219"/>
                <a:gd name="f471" fmla="*/ f383 1 f220"/>
                <a:gd name="f472" fmla="*/ f384 1 f219"/>
                <a:gd name="f473" fmla="*/ f385 1 f220"/>
                <a:gd name="f474" fmla="*/ f386 1 f219"/>
                <a:gd name="f475" fmla="*/ f387 1 f220"/>
                <a:gd name="f476" fmla="*/ f388 1 f219"/>
                <a:gd name="f477" fmla="*/ f389 1 f220"/>
                <a:gd name="f478" fmla="*/ f390 f210 1"/>
                <a:gd name="f479" fmla="*/ f391 f210 1"/>
                <a:gd name="f480" fmla="*/ f393 f211 1"/>
                <a:gd name="f481" fmla="*/ f392 f211 1"/>
                <a:gd name="f482" fmla="*/ f394 f210 1"/>
                <a:gd name="f483" fmla="*/ f395 f211 1"/>
                <a:gd name="f484" fmla="*/ f396 f210 1"/>
                <a:gd name="f485" fmla="*/ f397 f210 1"/>
                <a:gd name="f486" fmla="*/ f398 f211 1"/>
                <a:gd name="f487" fmla="*/ f399 f210 1"/>
                <a:gd name="f488" fmla="*/ f400 f211 1"/>
                <a:gd name="f489" fmla="*/ f401 f211 1"/>
                <a:gd name="f490" fmla="*/ f402 f210 1"/>
                <a:gd name="f491" fmla="*/ f403 f211 1"/>
                <a:gd name="f492" fmla="*/ f404 f211 1"/>
                <a:gd name="f493" fmla="*/ f405 f210 1"/>
                <a:gd name="f494" fmla="*/ f406 f210 1"/>
                <a:gd name="f495" fmla="*/ f407 f211 1"/>
                <a:gd name="f496" fmla="*/ f408 f210 1"/>
                <a:gd name="f497" fmla="*/ f409 f211 1"/>
                <a:gd name="f498" fmla="*/ f410 f210 1"/>
                <a:gd name="f499" fmla="*/ f411 f211 1"/>
                <a:gd name="f500" fmla="*/ f412 f210 1"/>
                <a:gd name="f501" fmla="*/ f413 f211 1"/>
                <a:gd name="f502" fmla="*/ f414 f211 1"/>
                <a:gd name="f503" fmla="*/ f415 f210 1"/>
                <a:gd name="f504" fmla="*/ f416 f211 1"/>
                <a:gd name="f505" fmla="*/ f417 f210 1"/>
                <a:gd name="f506" fmla="*/ f418 f211 1"/>
                <a:gd name="f507" fmla="*/ f419 f211 1"/>
                <a:gd name="f508" fmla="*/ f420 f210 1"/>
                <a:gd name="f509" fmla="*/ f421 f210 1"/>
                <a:gd name="f510" fmla="*/ f422 f211 1"/>
                <a:gd name="f511" fmla="*/ f423 f210 1"/>
                <a:gd name="f512" fmla="*/ f424 f211 1"/>
                <a:gd name="f513" fmla="*/ f425 f210 1"/>
                <a:gd name="f514" fmla="*/ f426 f211 1"/>
                <a:gd name="f515" fmla="*/ f427 f211 1"/>
                <a:gd name="f516" fmla="*/ f428 f211 1"/>
                <a:gd name="f517" fmla="*/ f429 f210 1"/>
                <a:gd name="f518" fmla="*/ f430 f211 1"/>
                <a:gd name="f519" fmla="*/ f431 f210 1"/>
                <a:gd name="f520" fmla="*/ f432 f211 1"/>
                <a:gd name="f521" fmla="*/ f433 f210 1"/>
                <a:gd name="f522" fmla="*/ f434 f211 1"/>
                <a:gd name="f523" fmla="*/ f435 f210 1"/>
                <a:gd name="f524" fmla="*/ f436 f211 1"/>
                <a:gd name="f525" fmla="*/ f437 f211 1"/>
                <a:gd name="f526" fmla="*/ f438 f210 1"/>
                <a:gd name="f527" fmla="*/ f439 f211 1"/>
                <a:gd name="f528" fmla="*/ f440 f210 1"/>
                <a:gd name="f529" fmla="*/ f441 f211 1"/>
                <a:gd name="f530" fmla="*/ f442 f210 1"/>
                <a:gd name="f531" fmla="*/ f443 f211 1"/>
                <a:gd name="f532" fmla="*/ f444 f210 1"/>
                <a:gd name="f533" fmla="*/ f445 f211 1"/>
                <a:gd name="f534" fmla="*/ f446 f210 1"/>
                <a:gd name="f535" fmla="*/ f447 f211 1"/>
                <a:gd name="f536" fmla="*/ f448 f210 1"/>
                <a:gd name="f537" fmla="*/ f449 f211 1"/>
                <a:gd name="f538" fmla="*/ f450 f210 1"/>
                <a:gd name="f539" fmla="*/ f451 f211 1"/>
                <a:gd name="f540" fmla="*/ f452 f210 1"/>
                <a:gd name="f541" fmla="*/ f453 f211 1"/>
                <a:gd name="f542" fmla="*/ f454 f210 1"/>
                <a:gd name="f543" fmla="*/ f455 f211 1"/>
                <a:gd name="f544" fmla="*/ f456 f210 1"/>
                <a:gd name="f545" fmla="*/ f457 f211 1"/>
                <a:gd name="f546" fmla="*/ f458 f210 1"/>
                <a:gd name="f547" fmla="*/ f459 f211 1"/>
                <a:gd name="f548" fmla="*/ f460 f210 1"/>
                <a:gd name="f549" fmla="*/ f461 f211 1"/>
                <a:gd name="f550" fmla="*/ f462 f210 1"/>
                <a:gd name="f551" fmla="*/ f463 f211 1"/>
                <a:gd name="f552" fmla="*/ f464 f210 1"/>
                <a:gd name="f553" fmla="*/ f465 f211 1"/>
                <a:gd name="f554" fmla="*/ f466 f210 1"/>
                <a:gd name="f555" fmla="*/ f467 f211 1"/>
                <a:gd name="f556" fmla="*/ f468 f210 1"/>
                <a:gd name="f557" fmla="*/ f469 f211 1"/>
                <a:gd name="f558" fmla="*/ f470 f210 1"/>
                <a:gd name="f559" fmla="*/ f471 f211 1"/>
                <a:gd name="f560" fmla="*/ f472 f210 1"/>
                <a:gd name="f561" fmla="*/ f473 f211 1"/>
                <a:gd name="f562" fmla="*/ f474 f210 1"/>
                <a:gd name="f563" fmla="*/ f475 f211 1"/>
                <a:gd name="f564" fmla="*/ f476 f210 1"/>
                <a:gd name="f565" fmla="*/ f477 f2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5">
                  <a:pos x="f482" y="f483"/>
                </a:cxn>
                <a:cxn ang="f305">
                  <a:pos x="f482" y="f483"/>
                </a:cxn>
                <a:cxn ang="f305">
                  <a:pos x="f484" y="f483"/>
                </a:cxn>
                <a:cxn ang="f305">
                  <a:pos x="f485" y="f486"/>
                </a:cxn>
                <a:cxn ang="f305">
                  <a:pos x="f487" y="f488"/>
                </a:cxn>
                <a:cxn ang="f305">
                  <a:pos x="f487" y="f489"/>
                </a:cxn>
                <a:cxn ang="f305">
                  <a:pos x="f490" y="f491"/>
                </a:cxn>
                <a:cxn ang="f305">
                  <a:pos x="f485" y="f492"/>
                </a:cxn>
                <a:cxn ang="f305">
                  <a:pos x="f493" y="f492"/>
                </a:cxn>
                <a:cxn ang="f305">
                  <a:pos x="f494" y="f495"/>
                </a:cxn>
                <a:cxn ang="f305">
                  <a:pos x="f496" y="f495"/>
                </a:cxn>
                <a:cxn ang="f305">
                  <a:pos x="f496" y="f497"/>
                </a:cxn>
                <a:cxn ang="f305">
                  <a:pos x="f498" y="f497"/>
                </a:cxn>
                <a:cxn ang="f305">
                  <a:pos x="f498" y="f499"/>
                </a:cxn>
                <a:cxn ang="f305">
                  <a:pos x="f500" y="f501"/>
                </a:cxn>
                <a:cxn ang="f305">
                  <a:pos x="f500" y="f502"/>
                </a:cxn>
                <a:cxn ang="f305">
                  <a:pos x="f503" y="f504"/>
                </a:cxn>
                <a:cxn ang="f305">
                  <a:pos x="f505" y="f506"/>
                </a:cxn>
                <a:cxn ang="f305">
                  <a:pos x="f505" y="f507"/>
                </a:cxn>
                <a:cxn ang="f305">
                  <a:pos x="f508" y="f507"/>
                </a:cxn>
                <a:cxn ang="f305">
                  <a:pos x="f509" y="f510"/>
                </a:cxn>
                <a:cxn ang="f305">
                  <a:pos x="f511" y="f512"/>
                </a:cxn>
                <a:cxn ang="f305">
                  <a:pos x="f513" y="f514"/>
                </a:cxn>
                <a:cxn ang="f305">
                  <a:pos x="f500" y="f515"/>
                </a:cxn>
                <a:cxn ang="f305">
                  <a:pos x="f500" y="f516"/>
                </a:cxn>
                <a:cxn ang="f305">
                  <a:pos x="f517" y="f516"/>
                </a:cxn>
                <a:cxn ang="f305">
                  <a:pos x="f517" y="f518"/>
                </a:cxn>
                <a:cxn ang="f305">
                  <a:pos x="f519" y="f518"/>
                </a:cxn>
                <a:cxn ang="f305">
                  <a:pos x="f519" y="f520"/>
                </a:cxn>
                <a:cxn ang="f305">
                  <a:pos x="f521" y="f520"/>
                </a:cxn>
                <a:cxn ang="f305">
                  <a:pos x="f521" y="f522"/>
                </a:cxn>
                <a:cxn ang="f305">
                  <a:pos x="f523" y="f522"/>
                </a:cxn>
                <a:cxn ang="f305">
                  <a:pos x="f523" y="f524"/>
                </a:cxn>
                <a:cxn ang="f305">
                  <a:pos x="f498" y="f524"/>
                </a:cxn>
                <a:cxn ang="f305">
                  <a:pos x="f498" y="f525"/>
                </a:cxn>
                <a:cxn ang="f305">
                  <a:pos x="f496" y="f525"/>
                </a:cxn>
                <a:cxn ang="f305">
                  <a:pos x="f496" y="f525"/>
                </a:cxn>
                <a:cxn ang="f305">
                  <a:pos x="f526" y="f525"/>
                </a:cxn>
                <a:cxn ang="f305">
                  <a:pos x="f526" y="f527"/>
                </a:cxn>
                <a:cxn ang="f305">
                  <a:pos x="f482" y="f483"/>
                </a:cxn>
                <a:cxn ang="f305">
                  <a:pos x="f528" y="f529"/>
                </a:cxn>
                <a:cxn ang="f305">
                  <a:pos x="f530" y="f531"/>
                </a:cxn>
                <a:cxn ang="f305">
                  <a:pos x="f532" y="f533"/>
                </a:cxn>
                <a:cxn ang="f305">
                  <a:pos x="f534" y="f535"/>
                </a:cxn>
                <a:cxn ang="f305">
                  <a:pos x="f536" y="f537"/>
                </a:cxn>
                <a:cxn ang="f305">
                  <a:pos x="f538" y="f539"/>
                </a:cxn>
                <a:cxn ang="f305">
                  <a:pos x="f540" y="f541"/>
                </a:cxn>
                <a:cxn ang="f305">
                  <a:pos x="f542" y="f543"/>
                </a:cxn>
                <a:cxn ang="f305">
                  <a:pos x="f544" y="f545"/>
                </a:cxn>
                <a:cxn ang="f305">
                  <a:pos x="f546" y="f547"/>
                </a:cxn>
                <a:cxn ang="f305">
                  <a:pos x="f548" y="f549"/>
                </a:cxn>
                <a:cxn ang="f305">
                  <a:pos x="f550" y="f551"/>
                </a:cxn>
                <a:cxn ang="f305">
                  <a:pos x="f552" y="f553"/>
                </a:cxn>
                <a:cxn ang="f305">
                  <a:pos x="f554" y="f555"/>
                </a:cxn>
                <a:cxn ang="f305">
                  <a:pos x="f556" y="f557"/>
                </a:cxn>
                <a:cxn ang="f305">
                  <a:pos x="f558" y="f559"/>
                </a:cxn>
                <a:cxn ang="f305">
                  <a:pos x="f560" y="f561"/>
                </a:cxn>
                <a:cxn ang="f305">
                  <a:pos x="f562" y="f563"/>
                </a:cxn>
                <a:cxn ang="f305">
                  <a:pos x="f564" y="f565"/>
                </a:cxn>
                <a:cxn ang="f305">
                  <a:pos x="f528" y="f529"/>
                </a:cxn>
              </a:cxnLst>
              <a:rect l="f478" t="f481" r="f479" b="f480"/>
              <a:pathLst>
                <a:path w="662009" h="640647">
                  <a:moveTo>
                    <a:pt x="f8" y="f9"/>
                  </a:moveTo>
                  <a:lnTo>
                    <a:pt x="f8" y="f9"/>
                  </a:lnTo>
                  <a:lnTo>
                    <a:pt x="f10" y="f9"/>
                  </a:lnTo>
                  <a:cubicBezTo>
                    <a:pt x="f10" y="f11"/>
                    <a:pt x="f12" y="f13"/>
                    <a:pt x="f12" y="f5"/>
                  </a:cubicBezTo>
                  <a:cubicBezTo>
                    <a:pt x="f14" y="f15"/>
                    <a:pt x="f16" y="f17"/>
                    <a:pt x="f5" y="f18"/>
                  </a:cubicBezTo>
                  <a:cubicBezTo>
                    <a:pt x="f5" y="f19"/>
                    <a:pt x="f5" y="f20"/>
                    <a:pt x="f5" y="f21"/>
                  </a:cubicBezTo>
                  <a:cubicBezTo>
                    <a:pt x="f22" y="f23"/>
                    <a:pt x="f24" y="f25"/>
                    <a:pt x="f26" y="f7"/>
                  </a:cubicBezTo>
                  <a:cubicBezTo>
                    <a:pt x="f27" y="f28"/>
                    <a:pt x="f10" y="f29"/>
                    <a:pt x="f12" y="f30"/>
                  </a:cubicBezTo>
                  <a:lnTo>
                    <a:pt x="f31" y="f30"/>
                  </a:lnTo>
                  <a:cubicBezTo>
                    <a:pt x="f31" y="f32"/>
                    <a:pt x="f33" y="f34"/>
                    <a:pt x="f33" y="f35"/>
                  </a:cubicBezTo>
                  <a:cubicBezTo>
                    <a:pt x="f36" y="f35"/>
                    <a:pt x="f37" y="f35"/>
                    <a:pt x="f38" y="f35"/>
                  </a:cubicBezTo>
                  <a:cubicBezTo>
                    <a:pt x="f38" y="f39"/>
                    <a:pt x="f38" y="f40"/>
                    <a:pt x="f38" y="f41"/>
                  </a:cubicBezTo>
                  <a:lnTo>
                    <a:pt x="f42" y="f41"/>
                  </a:lnTo>
                  <a:cubicBezTo>
                    <a:pt x="f42" y="f43"/>
                    <a:pt x="f42" y="f44"/>
                    <a:pt x="f42" y="f45"/>
                  </a:cubicBezTo>
                  <a:cubicBezTo>
                    <a:pt x="f46" y="f45"/>
                    <a:pt x="f47" y="f48"/>
                    <a:pt x="f49" y="f48"/>
                  </a:cubicBezTo>
                  <a:cubicBezTo>
                    <a:pt x="f49" y="f50"/>
                    <a:pt x="f49" y="f51"/>
                    <a:pt x="f49" y="f52"/>
                  </a:cubicBezTo>
                  <a:cubicBezTo>
                    <a:pt x="f53" y="f54"/>
                    <a:pt x="f55" y="f56"/>
                    <a:pt x="f57" y="f58"/>
                  </a:cubicBezTo>
                  <a:cubicBezTo>
                    <a:pt x="f59" y="f60"/>
                    <a:pt x="f61" y="f62"/>
                    <a:pt x="f63" y="f64"/>
                  </a:cubicBezTo>
                  <a:cubicBezTo>
                    <a:pt x="f63" y="f65"/>
                    <a:pt x="f63" y="f66"/>
                    <a:pt x="f63" y="f67"/>
                  </a:cubicBezTo>
                  <a:cubicBezTo>
                    <a:pt x="f68" y="f67"/>
                    <a:pt x="f69" y="f67"/>
                    <a:pt x="f70" y="f67"/>
                  </a:cubicBezTo>
                  <a:cubicBezTo>
                    <a:pt x="f71" y="f72"/>
                    <a:pt x="f73" y="f74"/>
                    <a:pt x="f75" y="f76"/>
                  </a:cubicBezTo>
                  <a:cubicBezTo>
                    <a:pt x="f77" y="f78"/>
                    <a:pt x="f79" y="f80"/>
                    <a:pt x="f81" y="f82"/>
                  </a:cubicBezTo>
                  <a:cubicBezTo>
                    <a:pt x="f83" y="f84"/>
                    <a:pt x="f85" y="f86"/>
                    <a:pt x="f87" y="f88"/>
                  </a:cubicBezTo>
                  <a:cubicBezTo>
                    <a:pt x="f89" y="f90"/>
                    <a:pt x="f91" y="f92"/>
                    <a:pt x="f49" y="f93"/>
                  </a:cubicBezTo>
                  <a:cubicBezTo>
                    <a:pt x="f49" y="f94"/>
                    <a:pt x="f49" y="f95"/>
                    <a:pt x="f49" y="f96"/>
                  </a:cubicBezTo>
                  <a:cubicBezTo>
                    <a:pt x="f97" y="f96"/>
                    <a:pt x="f98" y="f96"/>
                    <a:pt x="f99" y="f96"/>
                  </a:cubicBezTo>
                  <a:cubicBezTo>
                    <a:pt x="f99" y="f100"/>
                    <a:pt x="f99" y="f101"/>
                    <a:pt x="f99" y="f102"/>
                  </a:cubicBezTo>
                  <a:cubicBezTo>
                    <a:pt x="f98" y="f102"/>
                    <a:pt x="f103" y="f102"/>
                    <a:pt x="f104" y="f102"/>
                  </a:cubicBezTo>
                  <a:cubicBezTo>
                    <a:pt x="f104" y="f105"/>
                    <a:pt x="f104" y="f106"/>
                    <a:pt x="f104" y="f107"/>
                  </a:cubicBezTo>
                  <a:cubicBezTo>
                    <a:pt x="f108" y="f107"/>
                    <a:pt x="f109" y="f107"/>
                    <a:pt x="f110" y="f107"/>
                  </a:cubicBezTo>
                  <a:cubicBezTo>
                    <a:pt x="f110" y="f111"/>
                    <a:pt x="f110" y="f112"/>
                    <a:pt x="f110" y="f113"/>
                  </a:cubicBezTo>
                  <a:cubicBezTo>
                    <a:pt x="f114" y="f113"/>
                    <a:pt x="f115" y="f113"/>
                    <a:pt x="f116" y="f113"/>
                  </a:cubicBezTo>
                  <a:cubicBezTo>
                    <a:pt x="f116" y="f117"/>
                    <a:pt x="f116" y="f118"/>
                    <a:pt x="f116" y="f119"/>
                  </a:cubicBezTo>
                  <a:cubicBezTo>
                    <a:pt x="f120" y="f119"/>
                    <a:pt x="f121" y="f119"/>
                    <a:pt x="f42" y="f119"/>
                  </a:cubicBezTo>
                  <a:cubicBezTo>
                    <a:pt x="f42" y="f122"/>
                    <a:pt x="f42" y="f123"/>
                    <a:pt x="f42" y="f124"/>
                  </a:cubicBezTo>
                  <a:lnTo>
                    <a:pt x="f38" y="f124"/>
                  </a:lnTo>
                  <a:cubicBezTo>
                    <a:pt x="f38" y="f124"/>
                    <a:pt x="f38" y="f124"/>
                    <a:pt x="f38" y="f124"/>
                  </a:cubicBezTo>
                  <a:cubicBezTo>
                    <a:pt x="f125" y="f124"/>
                    <a:pt x="f126" y="f124"/>
                    <a:pt x="f127" y="f124"/>
                  </a:cubicBezTo>
                  <a:cubicBezTo>
                    <a:pt x="f127" y="f128"/>
                    <a:pt x="f127" y="f129"/>
                    <a:pt x="f127" y="f130"/>
                  </a:cubicBezTo>
                  <a:cubicBezTo>
                    <a:pt x="f131" y="f132"/>
                    <a:pt x="f133" y="f134"/>
                    <a:pt x="f8" y="f9"/>
                  </a:cubicBezTo>
                  <a:close/>
                  <a:moveTo>
                    <a:pt x="f135" y="f136"/>
                  </a:moveTo>
                  <a:cubicBezTo>
                    <a:pt x="f137" y="f138"/>
                    <a:pt x="f139" y="f140"/>
                    <a:pt x="f141" y="f140"/>
                  </a:cubicBezTo>
                  <a:cubicBezTo>
                    <a:pt x="f142" y="f140"/>
                    <a:pt x="f143" y="f144"/>
                    <a:pt x="f145" y="f146"/>
                  </a:cubicBezTo>
                  <a:lnTo>
                    <a:pt x="f147" y="f148"/>
                  </a:lnTo>
                  <a:lnTo>
                    <a:pt x="f149" y="f150"/>
                  </a:lnTo>
                  <a:lnTo>
                    <a:pt x="f151" y="f152"/>
                  </a:lnTo>
                  <a:cubicBezTo>
                    <a:pt x="f153" y="f154"/>
                    <a:pt x="f155" y="f156"/>
                    <a:pt x="f157" y="f156"/>
                  </a:cubicBezTo>
                  <a:cubicBezTo>
                    <a:pt x="f158" y="f156"/>
                    <a:pt x="f159" y="f160"/>
                    <a:pt x="f159" y="f161"/>
                  </a:cubicBezTo>
                  <a:cubicBezTo>
                    <a:pt x="f159" y="f162"/>
                    <a:pt x="f163" y="f164"/>
                    <a:pt x="f165" y="f166"/>
                  </a:cubicBezTo>
                  <a:cubicBezTo>
                    <a:pt x="f167" y="f168"/>
                    <a:pt x="f169" y="f170"/>
                    <a:pt x="f169" y="f171"/>
                  </a:cubicBezTo>
                  <a:cubicBezTo>
                    <a:pt x="f169" y="f172"/>
                    <a:pt x="f173" y="f174"/>
                    <a:pt x="f175" y="f174"/>
                  </a:cubicBezTo>
                  <a:cubicBezTo>
                    <a:pt x="f176" y="f174"/>
                    <a:pt x="f177" y="f178"/>
                    <a:pt x="f179" y="f180"/>
                  </a:cubicBezTo>
                  <a:lnTo>
                    <a:pt x="f181" y="f182"/>
                  </a:lnTo>
                  <a:lnTo>
                    <a:pt x="f183" y="f184"/>
                  </a:lnTo>
                  <a:lnTo>
                    <a:pt x="f185" y="f186"/>
                  </a:lnTo>
                  <a:cubicBezTo>
                    <a:pt x="f187" y="f188"/>
                    <a:pt x="f189" y="f190"/>
                    <a:pt x="f191" y="f190"/>
                  </a:cubicBezTo>
                  <a:cubicBezTo>
                    <a:pt x="f192" y="f190"/>
                    <a:pt x="f193" y="f194"/>
                    <a:pt x="f193" y="f195"/>
                  </a:cubicBezTo>
                  <a:cubicBezTo>
                    <a:pt x="f193" y="f196"/>
                    <a:pt x="f197" y="f198"/>
                    <a:pt x="f199" y="f200"/>
                  </a:cubicBezTo>
                  <a:cubicBezTo>
                    <a:pt x="f201" y="f202"/>
                    <a:pt x="f203" y="f204"/>
                    <a:pt x="f203" y="f205"/>
                  </a:cubicBezTo>
                  <a:cubicBezTo>
                    <a:pt x="f203" y="f206"/>
                    <a:pt x="f207" y="f208"/>
                    <a:pt x="f135" y="f136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6858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PE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5094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525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00CFDF-BFBF-E560-34D8-AF53E911E0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2" y="273847"/>
            <a:ext cx="7886700" cy="9941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D7BCB-17E3-3FCF-C5E1-5BAE36D325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652" y="1369220"/>
            <a:ext cx="7886700" cy="32635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47C2C-94BF-1A4B-8253-496B4EAC6DB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28652" y="4767264"/>
            <a:ext cx="2057400" cy="27384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9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Arial"/>
                <a:cs typeface="Arial"/>
              </a:defRPr>
            </a:lvl1pPr>
          </a:lstStyle>
          <a:p>
            <a:pPr lvl="0"/>
            <a:fld id="{AB1A5E9E-6194-4157-AC1F-13C7B1D928FB}" type="datetime1">
              <a:rPr lang="en-IN" smtClean="0"/>
              <a:pPr lvl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C5837-917E-9632-512B-1CB867BE061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028952" y="4767264"/>
            <a:ext cx="3086100" cy="27384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9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Arial"/>
                <a:cs typeface="Arial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717A6-05E5-704A-A21B-7FE360897E3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457952" y="4767264"/>
            <a:ext cx="2057400" cy="27384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9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Arial"/>
                <a:cs typeface="Arial"/>
              </a:defRPr>
            </a:lvl1pPr>
          </a:lstStyle>
          <a:p>
            <a:pPr lvl="0"/>
            <a:fld id="{DA404E20-32C8-4FD2-8CEA-6C552434DB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marL="0" marR="0" lvl="0" indent="0" algn="l" defTabSz="6858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000000"/>
          </a:solidFill>
          <a:uFillTx/>
          <a:latin typeface="Calibri Light"/>
          <a:ea typeface="Arial"/>
          <a:cs typeface="Arial"/>
        </a:defRPr>
      </a:lvl1pPr>
    </p:titleStyle>
    <p:bodyStyle>
      <a:lvl1pPr marL="171450" marR="0" lvl="0" indent="-171450" algn="l" defTabSz="685800" rtl="0" eaLnBrk="1" fontAlgn="auto" hangingPunct="1">
        <a:lnSpc>
          <a:spcPct val="90000"/>
        </a:lnSpc>
        <a:spcBef>
          <a:spcPts val="750"/>
        </a:spcBef>
        <a:spcAft>
          <a:spcPts val="0"/>
        </a:spcAft>
        <a:buSzPct val="100000"/>
        <a:buFont typeface="Arial" pitchFamily="34"/>
        <a:buChar char="•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/>
          <a:ea typeface="Arial"/>
          <a:cs typeface="Arial"/>
        </a:defRPr>
      </a:lvl1pPr>
      <a:lvl2pPr marL="514350" marR="0" lvl="1" indent="-171450" algn="l" defTabSz="685800" rtl="0" eaLnBrk="1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  <a:ea typeface="Arial"/>
          <a:cs typeface="Arial"/>
        </a:defRPr>
      </a:lvl2pPr>
      <a:lvl3pPr marL="857250" marR="0" lvl="2" indent="-171450" algn="l" defTabSz="685800" rtl="0" eaLnBrk="1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 pitchFamily="34"/>
        <a:buChar char="•"/>
        <a:tabLst/>
        <a:defRPr lang="en-US" sz="1500" b="0" i="0" u="none" strike="noStrike" kern="1200" cap="none" spc="0" baseline="0">
          <a:solidFill>
            <a:srgbClr val="000000"/>
          </a:solidFill>
          <a:uFillTx/>
          <a:latin typeface="Calibri"/>
          <a:ea typeface="Arial"/>
          <a:cs typeface="Arial"/>
        </a:defRPr>
      </a:lvl3pPr>
      <a:lvl4pPr marL="1200150" marR="0" lvl="3" indent="-171450" algn="l" defTabSz="685800" rtl="0" eaLnBrk="1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 pitchFamily="34"/>
        <a:buChar char="•"/>
        <a:tabLst/>
        <a:defRPr lang="en-US" sz="1350" b="0" i="0" u="none" strike="noStrike" kern="1200" cap="none" spc="0" baseline="0">
          <a:solidFill>
            <a:srgbClr val="000000"/>
          </a:solidFill>
          <a:uFillTx/>
          <a:latin typeface="Calibri"/>
          <a:ea typeface="Arial"/>
          <a:cs typeface="Arial"/>
        </a:defRPr>
      </a:lvl4pPr>
      <a:lvl5pPr marL="1543050" marR="0" lvl="4" indent="-171450" algn="l" defTabSz="685800" rtl="0" eaLnBrk="1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 pitchFamily="34"/>
        <a:buChar char="•"/>
        <a:tabLst/>
        <a:defRPr lang="en-US" sz="1350" b="0" i="0" u="none" strike="noStrike" kern="1200" cap="none" spc="0" baseline="0">
          <a:solidFill>
            <a:srgbClr val="000000"/>
          </a:solidFill>
          <a:uFillTx/>
          <a:latin typeface="Calibri"/>
          <a:ea typeface="Arial"/>
          <a:cs typeface="Arial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11" Type="http://schemas.openxmlformats.org/officeDocument/2006/relationships/image" Target="../media/image15.jpg"/><Relationship Id="rId5" Type="http://schemas.openxmlformats.org/officeDocument/2006/relationships/image" Target="../media/image9.svg"/><Relationship Id="rId10" Type="http://schemas.openxmlformats.org/officeDocument/2006/relationships/image" Target="../media/image14.jp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501" y="428699"/>
            <a:ext cx="18242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B1F3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1188720" y="348939"/>
            <a:ext cx="3488084" cy="581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48580" y="1395040"/>
            <a:ext cx="528836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580" y="1649685"/>
            <a:ext cx="2738058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4540" dirty="0"/>
          </a:p>
        </p:txBody>
      </p:sp>
      <p:sp>
        <p:nvSpPr>
          <p:cNvPr id="11" name="Text 7"/>
          <p:cNvSpPr/>
          <p:nvPr/>
        </p:nvSpPr>
        <p:spPr>
          <a:xfrm>
            <a:off x="548580" y="2214190"/>
            <a:ext cx="5555173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4540" dirty="0"/>
          </a:p>
        </p:txBody>
      </p:sp>
      <p:sp>
        <p:nvSpPr>
          <p:cNvPr id="13" name="Text 9"/>
          <p:cNvSpPr/>
          <p:nvPr/>
        </p:nvSpPr>
        <p:spPr>
          <a:xfrm>
            <a:off x="547688" y="3217455"/>
            <a:ext cx="497300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endParaRPr lang="en-US" sz="1440" dirty="0">
              <a:solidFill>
                <a:schemeClr val="bg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8580" y="3434581"/>
            <a:ext cx="22965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endParaRPr lang="en-US" sz="1440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47688" y="4455654"/>
            <a:ext cx="8048625" cy="328613"/>
          </a:xfrm>
          <a:prstGeom prst="rect">
            <a:avLst/>
          </a:prstGeom>
          <a:ln/>
        </p:spPr>
      </p:sp>
      <p:sp>
        <p:nvSpPr>
          <p:cNvPr id="16" name="Text 12"/>
          <p:cNvSpPr/>
          <p:nvPr/>
        </p:nvSpPr>
        <p:spPr>
          <a:xfrm>
            <a:off x="548580" y="4358601"/>
            <a:ext cx="5036294" cy="3561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dirty="0">
                <a:solidFill>
                  <a:srgbClr val="CA94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100,000 orders · 5 years · 6 categories · 50 products · 10 brands · 5 countries</a:t>
            </a:r>
            <a:endParaRPr lang="en-US" sz="1200" dirty="0">
              <a:solidFill>
                <a:srgbClr val="CA945E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6306220" y="4573563"/>
            <a:ext cx="3033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88" y="4455654"/>
            <a:ext cx="8048625" cy="3286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D05552-0CAF-8371-F937-F37B40FE09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8" y="383971"/>
            <a:ext cx="732472" cy="702123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4E778795-05A1-319B-D0CF-57DC34108660}"/>
              </a:ext>
            </a:extLst>
          </p:cNvPr>
          <p:cNvSpPr/>
          <p:nvPr/>
        </p:nvSpPr>
        <p:spPr>
          <a:xfrm>
            <a:off x="469523" y="2194808"/>
            <a:ext cx="7063726" cy="902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just"/>
            <a:r>
              <a:rPr lang="en-US" sz="5400" b="1" kern="0" spc="-272" dirty="0">
                <a:solidFill>
                  <a:srgbClr val="CA945E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5400" b="1" kern="0" spc="-272" dirty="0">
                <a:solidFill>
                  <a:srgbClr val="CA945E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Sales Dashboard</a:t>
            </a:r>
            <a:endParaRPr lang="en-US" sz="5400" dirty="0">
              <a:solidFill>
                <a:srgbClr val="CA94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5400" dirty="0">
              <a:solidFill>
                <a:srgbClr val="CA94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3BCD8A8-58F9-C03F-39C1-76ACC468701B}"/>
              </a:ext>
            </a:extLst>
          </p:cNvPr>
          <p:cNvSpPr/>
          <p:nvPr/>
        </p:nvSpPr>
        <p:spPr>
          <a:xfrm>
            <a:off x="2464766" y="1570022"/>
            <a:ext cx="5555173" cy="474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4540" dirty="0">
              <a:solidFill>
                <a:srgbClr val="CA94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6C027D-CC54-FF09-A687-0E2BA66CD531}"/>
              </a:ext>
            </a:extLst>
          </p:cNvPr>
          <p:cNvCxnSpPr>
            <a:cxnSpLocks/>
          </p:cNvCxnSpPr>
          <p:nvPr/>
        </p:nvCxnSpPr>
        <p:spPr>
          <a:xfrm>
            <a:off x="548580" y="3000003"/>
            <a:ext cx="422942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0A1C6B2-AA85-4055-6EFA-8806473AD4C3}"/>
              </a:ext>
            </a:extLst>
          </p:cNvPr>
          <p:cNvSpPr txBox="1"/>
          <p:nvPr/>
        </p:nvSpPr>
        <p:spPr>
          <a:xfrm>
            <a:off x="5712621" y="3490762"/>
            <a:ext cx="2110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A94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05A817-DCFD-2D1E-0A74-C78978159C46}"/>
              </a:ext>
            </a:extLst>
          </p:cNvPr>
          <p:cNvSpPr txBox="1"/>
          <p:nvPr/>
        </p:nvSpPr>
        <p:spPr>
          <a:xfrm>
            <a:off x="5712621" y="3826343"/>
            <a:ext cx="2110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A94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Mohana Sre .J</a:t>
            </a:r>
            <a:endParaRPr lang="en-IN" dirty="0">
              <a:solidFill>
                <a:srgbClr val="CA94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BF412-80C6-C2EA-181F-AD1EE4B34359}"/>
              </a:ext>
            </a:extLst>
          </p:cNvPr>
          <p:cNvSpPr txBox="1"/>
          <p:nvPr/>
        </p:nvSpPr>
        <p:spPr>
          <a:xfrm>
            <a:off x="1262235" y="513246"/>
            <a:ext cx="3066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A94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| Business Analytics</a:t>
            </a:r>
            <a:endParaRPr lang="en-IN" sz="1400" dirty="0">
              <a:solidFill>
                <a:srgbClr val="CA94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518B67-B365-9223-6DFC-00AA10BC8E2D}"/>
              </a:ext>
            </a:extLst>
          </p:cNvPr>
          <p:cNvSpPr txBox="1"/>
          <p:nvPr/>
        </p:nvSpPr>
        <p:spPr>
          <a:xfrm>
            <a:off x="469523" y="1395618"/>
            <a:ext cx="2449523" cy="923330"/>
          </a:xfrm>
          <a:prstGeom prst="rect">
            <a:avLst/>
          </a:prstGeom>
          <a:solidFill>
            <a:srgbClr val="CA945E"/>
          </a:solidFill>
        </p:spPr>
        <p:txBody>
          <a:bodyPr wrap="square" rtlCol="0">
            <a:spAutoFit/>
          </a:bodyPr>
          <a:lstStyle/>
          <a:p>
            <a:r>
              <a:rPr lang="en-US" sz="5400" b="1" kern="0" spc="-272" dirty="0">
                <a:solidFill>
                  <a:srgbClr val="0070C0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Amazon</a:t>
            </a:r>
            <a:endParaRPr lang="en-IN" sz="5400" dirty="0">
              <a:solidFill>
                <a:srgbClr val="0070C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7D1FE1-FDBA-D438-AF50-817D28F0D6A3}"/>
              </a:ext>
            </a:extLst>
          </p:cNvPr>
          <p:cNvCxnSpPr>
            <a:cxnSpLocks/>
          </p:cNvCxnSpPr>
          <p:nvPr/>
        </p:nvCxnSpPr>
        <p:spPr>
          <a:xfrm>
            <a:off x="597877" y="2194808"/>
            <a:ext cx="215235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696" y="0"/>
            <a:ext cx="9175696" cy="5143500"/>
          </a:xfrm>
          <a:prstGeom prst="rect">
            <a:avLst/>
          </a:prstGeom>
          <a:solidFill>
            <a:srgbClr val="CA945E"/>
          </a:solidFill>
          <a:ln/>
        </p:spPr>
      </p:sp>
      <p:sp>
        <p:nvSpPr>
          <p:cNvPr id="3" name="Shape 1"/>
          <p:cNvSpPr/>
          <p:nvPr/>
        </p:nvSpPr>
        <p:spPr>
          <a:xfrm>
            <a:off x="6483794" y="0"/>
            <a:ext cx="2670714" cy="51435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" name="Shape 3"/>
          <p:cNvSpPr/>
          <p:nvPr/>
        </p:nvSpPr>
        <p:spPr>
          <a:xfrm>
            <a:off x="7281081" y="1098277"/>
            <a:ext cx="1095375" cy="1095375"/>
          </a:xfrm>
          <a:prstGeom prst="ellipse">
            <a:avLst/>
          </a:prstGeom>
          <a:solidFill>
            <a:srgbClr val="CA945E"/>
          </a:solidFill>
          <a:ln/>
        </p:spPr>
      </p:sp>
      <p:sp>
        <p:nvSpPr>
          <p:cNvPr id="6" name="Text 4"/>
          <p:cNvSpPr/>
          <p:nvPr/>
        </p:nvSpPr>
        <p:spPr>
          <a:xfrm>
            <a:off x="548580" y="364778"/>
            <a:ext cx="129172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010974" y="364778"/>
            <a:ext cx="223221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Amazon Sales Dashboard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43416" y="1978197"/>
            <a:ext cx="4223184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580" y="1493565"/>
            <a:ext cx="62843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endParaRPr lang="en-US" sz="1690" dirty="0"/>
          </a:p>
        </p:txBody>
      </p:sp>
      <p:sp>
        <p:nvSpPr>
          <p:cNvPr id="10" name="Text 8"/>
          <p:cNvSpPr/>
          <p:nvPr/>
        </p:nvSpPr>
        <p:spPr>
          <a:xfrm>
            <a:off x="548580" y="1734220"/>
            <a:ext cx="14354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endParaRPr lang="en-US" sz="1690" dirty="0"/>
          </a:p>
        </p:txBody>
      </p:sp>
      <p:sp>
        <p:nvSpPr>
          <p:cNvPr id="11" name="Shape 9"/>
          <p:cNvSpPr/>
          <p:nvPr/>
        </p:nvSpPr>
        <p:spPr>
          <a:xfrm>
            <a:off x="547613" y="3223208"/>
            <a:ext cx="3133725" cy="952500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548580" y="3333080"/>
            <a:ext cx="2046186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580" y="3623370"/>
            <a:ext cx="39859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190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100,000 order records spanning 2020–2024, with</a:t>
            </a:r>
            <a:endParaRPr lang="en-US" sz="1190" dirty="0"/>
          </a:p>
        </p:txBody>
      </p:sp>
      <p:sp>
        <p:nvSpPr>
          <p:cNvPr id="14" name="Text 12"/>
          <p:cNvSpPr/>
          <p:nvPr/>
        </p:nvSpPr>
        <p:spPr>
          <a:xfrm>
            <a:off x="548580" y="3801442"/>
            <a:ext cx="37290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190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product, customer, geography, payment, and</a:t>
            </a:r>
            <a:endParaRPr lang="en-US" sz="1190" dirty="0"/>
          </a:p>
        </p:txBody>
      </p:sp>
      <p:sp>
        <p:nvSpPr>
          <p:cNvPr id="15" name="Text 13"/>
          <p:cNvSpPr/>
          <p:nvPr/>
        </p:nvSpPr>
        <p:spPr>
          <a:xfrm>
            <a:off x="548580" y="3979515"/>
            <a:ext cx="14417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190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fulfillment fields.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3816586" y="3223208"/>
            <a:ext cx="3133725" cy="952500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3817516" y="3333080"/>
            <a:ext cx="143538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Decision lens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17516" y="3623370"/>
            <a:ext cx="34007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190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revenue momentum, category mix,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3817516" y="3801442"/>
            <a:ext cx="30785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190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outcomes, and where sales</a:t>
            </a:r>
            <a:endParaRPr lang="en-US" sz="1190" dirty="0"/>
          </a:p>
        </p:txBody>
      </p:sp>
      <p:sp>
        <p:nvSpPr>
          <p:cNvPr id="20" name="Text 18"/>
          <p:cNvSpPr/>
          <p:nvPr/>
        </p:nvSpPr>
        <p:spPr>
          <a:xfrm>
            <a:off x="3817516" y="3979515"/>
            <a:ext cx="26662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1190" dirty="0"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concentration creates exposure.</a:t>
            </a:r>
            <a:endParaRPr lang="en-US" sz="1190" dirty="0"/>
          </a:p>
        </p:txBody>
      </p:sp>
      <p:sp>
        <p:nvSpPr>
          <p:cNvPr id="21" name="Shape 19"/>
          <p:cNvSpPr/>
          <p:nvPr/>
        </p:nvSpPr>
        <p:spPr>
          <a:xfrm>
            <a:off x="549585" y="4484340"/>
            <a:ext cx="976312" cy="30003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726" y="4536281"/>
            <a:ext cx="97239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7FAF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 categories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617687" y="4484340"/>
            <a:ext cx="852488" cy="30003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</p:sp>
      <p:sp>
        <p:nvSpPr>
          <p:cNvPr id="24" name="Text 22"/>
          <p:cNvSpPr/>
          <p:nvPr/>
        </p:nvSpPr>
        <p:spPr>
          <a:xfrm>
            <a:off x="1755428" y="4536281"/>
            <a:ext cx="80725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chemeClr val="bg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brands</a:t>
            </a:r>
            <a:endParaRPr lang="en-US" sz="108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61853" y="4484340"/>
            <a:ext cx="923925" cy="30003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/>
        </p:spPr>
      </p:sp>
      <p:sp>
        <p:nvSpPr>
          <p:cNvPr id="26" name="Text 24"/>
          <p:cNvSpPr/>
          <p:nvPr/>
        </p:nvSpPr>
        <p:spPr>
          <a:xfrm>
            <a:off x="2698105" y="4536281"/>
            <a:ext cx="90399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chemeClr val="bg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 countries</a:t>
            </a:r>
            <a:endParaRPr lang="en-US" sz="1080" dirty="0">
              <a:solidFill>
                <a:schemeClr val="bg1"/>
              </a:solidFill>
            </a:endParaRPr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13" y="3223208"/>
            <a:ext cx="3133725" cy="952500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6586" y="3223208"/>
            <a:ext cx="3133725" cy="9525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037C976-679A-7E95-809A-2C7935E209F9}"/>
              </a:ext>
            </a:extLst>
          </p:cNvPr>
          <p:cNvSpPr txBox="1"/>
          <p:nvPr/>
        </p:nvSpPr>
        <p:spPr>
          <a:xfrm>
            <a:off x="465874" y="2502072"/>
            <a:ext cx="5732139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the amazon data and determine whether the overall business performance is increasing or decreasing.</a:t>
            </a:r>
          </a:p>
          <a:p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14795" y="687669"/>
            <a:ext cx="2009775" cy="1955508"/>
          </a:xfrm>
          <a:prstGeom prst="ellipse">
            <a:avLst/>
          </a:prstGeom>
          <a:ln w="114300">
            <a:solidFill>
              <a:schemeClr val="tx1">
                <a:alpha val="20000"/>
              </a:schemeClr>
            </a:solidFill>
            <a:prstDash val="solid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DCF9D1-2B8C-B0CF-BCB3-C9B5A3A66428}"/>
              </a:ext>
            </a:extLst>
          </p:cNvPr>
          <p:cNvSpPr txBox="1"/>
          <p:nvPr/>
        </p:nvSpPr>
        <p:spPr>
          <a:xfrm>
            <a:off x="465874" y="865815"/>
            <a:ext cx="56924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The Amazon Sale Dashboard is designed to provide a comprehensive analysis of sales performance and business trends across multiple dimensions.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By consolidating key metrics such as total orders, total revenue, average revenue, delivery times, discounts, and order status, the dashboard enables stakeholders to monitor overall growth and identify areas requiring improvement.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DF19B4-CFE9-6012-0CDF-F2CC2C23DD58}"/>
              </a:ext>
            </a:extLst>
          </p:cNvPr>
          <p:cNvSpPr txBox="1"/>
          <p:nvPr/>
        </p:nvSpPr>
        <p:spPr>
          <a:xfrm>
            <a:off x="449392" y="360638"/>
            <a:ext cx="2965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2E2D552-6A7E-9F56-BEDE-3FE9CD7CCE6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A94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3ADB5-6765-7A19-744E-D35D9E198BDF}"/>
              </a:ext>
            </a:extLst>
          </p:cNvPr>
          <p:cNvSpPr txBox="1"/>
          <p:nvPr/>
        </p:nvSpPr>
        <p:spPr>
          <a:xfrm>
            <a:off x="112542" y="114841"/>
            <a:ext cx="4825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8FE6F70-E83E-EDF9-8F93-DCD232CDB361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0BFAB-8ED5-33FB-5985-71E76DC54ABE}"/>
              </a:ext>
            </a:extLst>
          </p:cNvPr>
          <p:cNvSpPr txBox="1"/>
          <p:nvPr/>
        </p:nvSpPr>
        <p:spPr>
          <a:xfrm>
            <a:off x="196948" y="710649"/>
            <a:ext cx="82296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Kaggel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– To get a dataset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Microsoft Excel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– Data analysis and dashboard creation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Power Query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– Data cleaning and transformation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Pivot Tables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– Data summarization and analysis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Charts &amp; Visualizations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– To present trends and insights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Excel Filters/Slicers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– For interactive dashboard analysis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dataset contains Amazon sales order details.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It includes information about orders, customers, products, sellers, payments, discounts, and delivery.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Key fields include Order ID, Order Date, Customer Name, Product Name, Category, Brand, Quantity, Unit Price, Total Amount, Payment Method, Order Status, City, Country, Seller ID.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 dataset is used to </a:t>
            </a:r>
            <a:r>
              <a:rPr lang="en-IN" sz="1400" dirty="0" err="1"/>
              <a:t>analyze</a:t>
            </a:r>
            <a:r>
              <a:rPr lang="en-IN" sz="1400" dirty="0"/>
              <a:t> business performance, yearly trends, product popularity, regional sales distribution, customer </a:t>
            </a:r>
            <a:r>
              <a:rPr lang="en-IN" sz="1400" dirty="0" err="1"/>
              <a:t>behavior</a:t>
            </a:r>
            <a:r>
              <a:rPr lang="en-IN" sz="1400" dirty="0"/>
              <a:t> (returns/cancellations), and payment preferences.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33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8EC5FFA-EBA3-537F-6743-B58681CE93E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A94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0172DA1-73E1-3B19-AFB6-55EAA0BC4140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7DB17-48C6-A1A5-1625-616A09685A73}"/>
              </a:ext>
            </a:extLst>
          </p:cNvPr>
          <p:cNvSpPr txBox="1"/>
          <p:nvPr/>
        </p:nvSpPr>
        <p:spPr>
          <a:xfrm>
            <a:off x="337625" y="344658"/>
            <a:ext cx="8335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Processing: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D096F-40B5-4B60-6A57-644726236096}"/>
              </a:ext>
            </a:extLst>
          </p:cNvPr>
          <p:cNvSpPr txBox="1"/>
          <p:nvPr/>
        </p:nvSpPr>
        <p:spPr>
          <a:xfrm>
            <a:off x="422031" y="1315329"/>
            <a:ext cx="69353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are the steps done for preprocessing. 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Checked missing values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Removed duplicate records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Checked invalid values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Separated year from date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Prepared the dataset for dashboarding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724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938" y="1379"/>
            <a:ext cx="9144000" cy="5143500"/>
          </a:xfrm>
          <a:prstGeom prst="rect">
            <a:avLst/>
          </a:prstGeom>
          <a:solidFill>
            <a:srgbClr val="CA94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943600" y="-617190"/>
            <a:ext cx="3657600" cy="3657600"/>
          </a:xfrm>
          <a:prstGeom prst="ellipse">
            <a:avLst/>
          </a:prstGeom>
          <a:ln w="71438">
            <a:solidFill>
              <a:schemeClr val="tx1">
                <a:alpha val="30196"/>
              </a:scheme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580" y="364778"/>
            <a:ext cx="220880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9713" y="500982"/>
            <a:ext cx="9911685" cy="1048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200" b="1" kern="0" spc="-144" dirty="0">
                <a:solidFill>
                  <a:srgbClr val="0070C0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Key Performance Indicators </a:t>
            </a:r>
          </a:p>
          <a:p>
            <a:r>
              <a:rPr lang="en-US" sz="3200" b="1" kern="0" spc="-144" dirty="0">
                <a:solidFill>
                  <a:srgbClr val="0070C0"/>
                </a:solidFill>
                <a:latin typeface="Times New Roman" panose="02020603050405020304" pitchFamily="18" charset="0"/>
                <a:ea typeface="Manrope" pitchFamily="34" charset="-122"/>
                <a:cs typeface="Times New Roman" panose="02020603050405020304" pitchFamily="18" charset="0"/>
              </a:rPr>
              <a:t>(KPIs)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640451-6FEF-AAA3-2E64-2453262108A3}"/>
              </a:ext>
            </a:extLst>
          </p:cNvPr>
          <p:cNvGrpSpPr/>
          <p:nvPr/>
        </p:nvGrpSpPr>
        <p:grpSpPr>
          <a:xfrm>
            <a:off x="529858" y="1903017"/>
            <a:ext cx="2608629" cy="1589560"/>
            <a:chOff x="548580" y="2229445"/>
            <a:chExt cx="2590800" cy="1700213"/>
          </a:xfrm>
        </p:grpSpPr>
        <p:sp>
          <p:nvSpPr>
            <p:cNvPr id="7" name="Shape 5"/>
            <p:cNvSpPr/>
            <p:nvPr/>
          </p:nvSpPr>
          <p:spPr>
            <a:xfrm>
              <a:off x="548580" y="2229445"/>
              <a:ext cx="2590800" cy="1700213"/>
            </a:xfrm>
            <a:prstGeom prst="rect">
              <a:avLst/>
            </a:prstGeom>
            <a:solidFill>
              <a:srgbClr val="3D6DC3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188371" y="2458124"/>
              <a:ext cx="1682934" cy="204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kern="0" spc="138" dirty="0">
                  <a:solidFill>
                    <a:srgbClr val="CA945E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TOTAL REVENUE</a:t>
              </a:r>
              <a:endParaRPr lang="en-US" sz="1150" dirty="0">
                <a:solidFill>
                  <a:srgbClr val="CA945E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749722" y="2780630"/>
              <a:ext cx="1948383" cy="6334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810"/>
                </a:spcBef>
                <a:buNone/>
              </a:pPr>
              <a:r>
                <a:rPr lang="en-US" sz="3670" b="1" kern="0" spc="-220" dirty="0">
                  <a:solidFill>
                    <a:srgbClr val="CA945E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$91.8M</a:t>
              </a:r>
              <a:endParaRPr lang="en-US" sz="3670" dirty="0">
                <a:solidFill>
                  <a:srgbClr val="CA945E"/>
                </a:solidFill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749722" y="3507730"/>
              <a:ext cx="2150857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405"/>
                </a:spcBef>
                <a:buNone/>
              </a:pPr>
              <a:r>
                <a:rPr lang="en-US" sz="1190" dirty="0">
                  <a:solidFill>
                    <a:srgbClr val="CA945E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Across five calendar years</a:t>
              </a:r>
              <a:endParaRPr lang="en-US" sz="1190" dirty="0">
                <a:solidFill>
                  <a:srgbClr val="CA945E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BB05DE-37D4-D751-7B65-8108A8502130}"/>
              </a:ext>
            </a:extLst>
          </p:cNvPr>
          <p:cNvGrpSpPr/>
          <p:nvPr/>
        </p:nvGrpSpPr>
        <p:grpSpPr>
          <a:xfrm>
            <a:off x="3292630" y="1895326"/>
            <a:ext cx="2690539" cy="1597252"/>
            <a:chOff x="3276563" y="2229445"/>
            <a:chExt cx="2690539" cy="1700213"/>
          </a:xfrm>
        </p:grpSpPr>
        <p:sp>
          <p:nvSpPr>
            <p:cNvPr id="11" name="Shape 9"/>
            <p:cNvSpPr/>
            <p:nvPr/>
          </p:nvSpPr>
          <p:spPr>
            <a:xfrm>
              <a:off x="3276563" y="2229445"/>
              <a:ext cx="2590800" cy="1700213"/>
            </a:xfrm>
            <a:prstGeom prst="rect">
              <a:avLst/>
            </a:prstGeom>
            <a:solidFill>
              <a:srgbClr val="0070C0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4013688" y="2434531"/>
              <a:ext cx="1953414" cy="204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kern="0" spc="138" dirty="0">
                  <a:solidFill>
                    <a:srgbClr val="CA945E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AVERAGE REVENUE</a:t>
              </a:r>
              <a:endParaRPr lang="en-US" sz="1150" dirty="0">
                <a:solidFill>
                  <a:srgbClr val="CA945E"/>
                </a:solidFill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3477667" y="2780630"/>
              <a:ext cx="1330129" cy="6334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810"/>
                </a:spcBef>
                <a:buNone/>
              </a:pPr>
              <a:r>
                <a:rPr lang="en-US" sz="3670" b="1" kern="0" spc="-220" dirty="0">
                  <a:solidFill>
                    <a:srgbClr val="CA945E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$918</a:t>
              </a:r>
              <a:endParaRPr lang="en-US" sz="3670" dirty="0">
                <a:solidFill>
                  <a:srgbClr val="CA945E"/>
                </a:solidFill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477667" y="3507730"/>
              <a:ext cx="1671325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405"/>
                </a:spcBef>
                <a:buNone/>
              </a:pPr>
              <a:r>
                <a:rPr lang="en-US" sz="1190" dirty="0">
                  <a:solidFill>
                    <a:srgbClr val="CA945E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Average order value</a:t>
              </a:r>
              <a:endParaRPr lang="en-US" sz="1190" dirty="0">
                <a:solidFill>
                  <a:srgbClr val="CA945E"/>
                </a:solidFill>
              </a:endParaRPr>
            </a:p>
          </p:txBody>
        </p:sp>
      </p:grpSp>
      <p:sp>
        <p:nvSpPr>
          <p:cNvPr id="37" name="Shape 5">
            <a:extLst>
              <a:ext uri="{FF2B5EF4-FFF2-40B4-BE49-F238E27FC236}">
                <a16:creationId xmlns:a16="http://schemas.microsoft.com/office/drawing/2014/main" id="{3C89A56E-2FD8-9E58-78A5-51091BE67E28}"/>
              </a:ext>
            </a:extLst>
          </p:cNvPr>
          <p:cNvSpPr/>
          <p:nvPr/>
        </p:nvSpPr>
        <p:spPr>
          <a:xfrm>
            <a:off x="535105" y="3668454"/>
            <a:ext cx="2590800" cy="1365059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I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CADF65F-8495-FD03-3447-5EB4A424CD7C}"/>
              </a:ext>
            </a:extLst>
          </p:cNvPr>
          <p:cNvGrpSpPr/>
          <p:nvPr/>
        </p:nvGrpSpPr>
        <p:grpSpPr>
          <a:xfrm>
            <a:off x="6004545" y="1895327"/>
            <a:ext cx="2590800" cy="1597251"/>
            <a:chOff x="6004582" y="2229445"/>
            <a:chExt cx="2590800" cy="1700213"/>
          </a:xfrm>
        </p:grpSpPr>
        <p:sp>
          <p:nvSpPr>
            <p:cNvPr id="15" name="Shape 13"/>
            <p:cNvSpPr/>
            <p:nvPr/>
          </p:nvSpPr>
          <p:spPr>
            <a:xfrm>
              <a:off x="6004582" y="2229445"/>
              <a:ext cx="2590800" cy="1700213"/>
            </a:xfrm>
            <a:prstGeom prst="rect">
              <a:avLst/>
            </a:prstGeom>
            <a:solidFill>
              <a:srgbClr val="0070C0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6699001" y="2426029"/>
              <a:ext cx="1564623" cy="204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kern="0" spc="138" dirty="0">
                  <a:solidFill>
                    <a:srgbClr val="CA945E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TOTAL ORDERS</a:t>
              </a:r>
              <a:endParaRPr lang="en-US" sz="1150" dirty="0">
                <a:solidFill>
                  <a:srgbClr val="CA945E"/>
                </a:solidFill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205686" y="2780630"/>
              <a:ext cx="1407133" cy="6334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810"/>
                </a:spcBef>
                <a:buNone/>
              </a:pPr>
              <a:r>
                <a:rPr lang="en-US" sz="3670" b="1" kern="0" spc="-220" dirty="0">
                  <a:solidFill>
                    <a:srgbClr val="CA945E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100K</a:t>
              </a:r>
              <a:endParaRPr lang="en-US" sz="3670" dirty="0">
                <a:solidFill>
                  <a:srgbClr val="CA945E"/>
                </a:solidFill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205686" y="3507730"/>
              <a:ext cx="2186650" cy="214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405"/>
                </a:spcBef>
                <a:buNone/>
              </a:pPr>
              <a:r>
                <a:rPr lang="en-US" sz="1190" dirty="0">
                  <a:solidFill>
                    <a:srgbClr val="CA945E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Consistent annual volume</a:t>
              </a:r>
              <a:endParaRPr lang="en-US" sz="1190" dirty="0">
                <a:solidFill>
                  <a:srgbClr val="CA945E"/>
                </a:solidFill>
              </a:endParaRPr>
            </a:p>
          </p:txBody>
        </p:sp>
      </p:grpSp>
      <p:sp>
        <p:nvSpPr>
          <p:cNvPr id="19" name="Shape 17"/>
          <p:cNvSpPr/>
          <p:nvPr/>
        </p:nvSpPr>
        <p:spPr>
          <a:xfrm>
            <a:off x="548580" y="4067919"/>
            <a:ext cx="2590800" cy="928688"/>
          </a:xfrm>
          <a:prstGeom prst="rect">
            <a:avLst/>
          </a:prstGeom>
          <a:ln/>
        </p:spPr>
      </p:sp>
      <p:sp>
        <p:nvSpPr>
          <p:cNvPr id="20" name="Text 18"/>
          <p:cNvSpPr/>
          <p:nvPr/>
        </p:nvSpPr>
        <p:spPr>
          <a:xfrm>
            <a:off x="1214805" y="3831461"/>
            <a:ext cx="198611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CA94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DELIVERY</a:t>
            </a:r>
            <a:endParaRPr lang="en-US" sz="1150" dirty="0">
              <a:solidFill>
                <a:srgbClr val="CA945E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0892" y="4188990"/>
            <a:ext cx="1661941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2740" b="1" kern="0" spc="-164" dirty="0">
                <a:solidFill>
                  <a:srgbClr val="CA94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4.8 days</a:t>
            </a:r>
            <a:endParaRPr lang="en-US" sz="2740" dirty="0">
              <a:solidFill>
                <a:srgbClr val="CA945E"/>
              </a:solidFill>
            </a:endParaRPr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E615105E-CE25-3843-4D94-721B06DB1002}"/>
              </a:ext>
            </a:extLst>
          </p:cNvPr>
          <p:cNvSpPr/>
          <p:nvPr/>
        </p:nvSpPr>
        <p:spPr>
          <a:xfrm>
            <a:off x="3291538" y="3685243"/>
            <a:ext cx="2590800" cy="1375633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76563" y="4067919"/>
            <a:ext cx="2590800" cy="928688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3937227" y="3867583"/>
            <a:ext cx="206621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CA94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DISCOUNT</a:t>
            </a:r>
            <a:endParaRPr lang="en-US" sz="1150" dirty="0">
              <a:solidFill>
                <a:srgbClr val="CA945E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93734" y="4254710"/>
            <a:ext cx="1023275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2740" b="1" kern="0" spc="-164" dirty="0">
                <a:solidFill>
                  <a:srgbClr val="CA945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7.4%</a:t>
            </a:r>
            <a:endParaRPr lang="en-US" sz="2740" dirty="0">
              <a:solidFill>
                <a:srgbClr val="CA945E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04582" y="4067919"/>
            <a:ext cx="2590800" cy="928688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6004545" y="4194274"/>
            <a:ext cx="101350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04545" y="4442445"/>
            <a:ext cx="331142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endParaRPr lang="en-US" sz="1730" dirty="0"/>
          </a:p>
        </p:txBody>
      </p:sp>
      <p:sp>
        <p:nvSpPr>
          <p:cNvPr id="28" name="Text 26"/>
          <p:cNvSpPr/>
          <p:nvPr/>
        </p:nvSpPr>
        <p:spPr>
          <a:xfrm>
            <a:off x="6004545" y="4679379"/>
            <a:ext cx="179195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endParaRPr lang="en-US" sz="173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813" y="3575228"/>
            <a:ext cx="2590800" cy="983883"/>
          </a:xfrm>
          <a:prstGeom prst="rect">
            <a:avLst/>
          </a:prstGeom>
        </p:spPr>
      </p:pic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6512" y="3583528"/>
            <a:ext cx="2590800" cy="977384"/>
          </a:xfrm>
          <a:prstGeom prst="rect">
            <a:avLst/>
          </a:prstGeom>
        </p:spPr>
      </p:pic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2123" y="3604667"/>
            <a:ext cx="2590800" cy="977384"/>
          </a:xfrm>
          <a:prstGeom prst="rect">
            <a:avLst/>
          </a:prstGeom>
        </p:spPr>
      </p:pic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5253558"/>
            <a:ext cx="8048625" cy="3143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5B39EAD-C151-AE7C-7AD2-764D4EF39E3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0892" y="1958520"/>
            <a:ext cx="454613" cy="45461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4EA1DA8-623D-7072-DA52-1827E77B24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6646" y="1967292"/>
            <a:ext cx="531099" cy="45422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4D6AF6C-4461-C937-C4D5-C44CDABA5D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8828" y="1980179"/>
            <a:ext cx="590051" cy="44133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9E1623C-D389-6384-67D7-066C48EC17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276" y="3737742"/>
            <a:ext cx="509776" cy="45124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A3F8532-B782-FE2A-D7C9-54BBDAA1A4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3920" y="3743385"/>
            <a:ext cx="519498" cy="467511"/>
          </a:xfrm>
          <a:prstGeom prst="rect">
            <a:avLst/>
          </a:prstGeom>
        </p:spPr>
      </p:pic>
      <p:sp>
        <p:nvSpPr>
          <p:cNvPr id="50" name="Shape 1">
            <a:extLst>
              <a:ext uri="{FF2B5EF4-FFF2-40B4-BE49-F238E27FC236}">
                <a16:creationId xmlns:a16="http://schemas.microsoft.com/office/drawing/2014/main" id="{BA317061-C523-EB46-2B88-186DF6BA36E9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3"/>
            <a:ext cx="9144811" cy="5143500"/>
          </a:xfrm>
          <a:prstGeom prst="rect">
            <a:avLst/>
          </a:prstGeom>
          <a:solidFill>
            <a:srgbClr val="CA945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548580" y="364778"/>
            <a:ext cx="192555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670378" y="364778"/>
            <a:ext cx="125970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45703" y="522050"/>
            <a:ext cx="7371355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620"/>
              </a:spcBef>
              <a:buNone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Yearly Trends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78BEC9-8449-459C-1941-BDC2A11C96CD}"/>
              </a:ext>
            </a:extLst>
          </p:cNvPr>
          <p:cNvGrpSpPr/>
          <p:nvPr/>
        </p:nvGrpSpPr>
        <p:grpSpPr>
          <a:xfrm>
            <a:off x="1448972" y="1255327"/>
            <a:ext cx="6668085" cy="482427"/>
            <a:chOff x="599211" y="1396678"/>
            <a:chExt cx="6051471" cy="233362"/>
          </a:xfrm>
        </p:grpSpPr>
        <p:sp>
          <p:nvSpPr>
            <p:cNvPr id="6" name="Text 4"/>
            <p:cNvSpPr/>
            <p:nvPr/>
          </p:nvSpPr>
          <p:spPr>
            <a:xfrm>
              <a:off x="599211" y="1396678"/>
              <a:ext cx="3431634" cy="2333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0070C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The five-year range stays within $0.7M.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3366120" y="1505843"/>
              <a:ext cx="914400" cy="19050"/>
            </a:xfrm>
            <a:prstGeom prst="rect">
              <a:avLst/>
            </a:prstGeom>
            <a:solidFill>
              <a:srgbClr val="0070C0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4463355" y="1401440"/>
              <a:ext cx="2187327" cy="223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070C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2024 vs 2020: −2.0%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9" name="Shape 7"/>
          <p:cNvSpPr/>
          <p:nvPr/>
        </p:nvSpPr>
        <p:spPr>
          <a:xfrm>
            <a:off x="547613" y="1896926"/>
            <a:ext cx="5762625" cy="2209800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1111448" y="1746498"/>
            <a:ext cx="302614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45703" y="1952179"/>
            <a:ext cx="45261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45703" y="2672283"/>
            <a:ext cx="58563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45703" y="3392314"/>
            <a:ext cx="45261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11448" y="4140622"/>
            <a:ext cx="5339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269778" y="4140622"/>
            <a:ext cx="49218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395960" y="4140622"/>
            <a:ext cx="5220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45137" y="4140622"/>
            <a:ext cx="5194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92304" y="4140622"/>
            <a:ext cx="5208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74911" y="1926431"/>
            <a:ext cx="71719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5892924" y="3186633"/>
            <a:ext cx="71719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6584491" y="1998762"/>
            <a:ext cx="2009775" cy="1028700"/>
          </a:xfrm>
          <a:prstGeom prst="rect">
            <a:avLst/>
          </a:prstGeom>
          <a:ln/>
        </p:spPr>
      </p:sp>
      <p:sp>
        <p:nvSpPr>
          <p:cNvPr id="26" name="Text 23"/>
          <p:cNvSpPr/>
          <p:nvPr/>
        </p:nvSpPr>
        <p:spPr>
          <a:xfrm>
            <a:off x="6758806" y="2003599"/>
            <a:ext cx="159277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758806" y="2262411"/>
            <a:ext cx="1726176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758806" y="2504703"/>
            <a:ext cx="1779962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758806" y="2746995"/>
            <a:ext cx="244232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584491" y="3336689"/>
            <a:ext cx="2009775" cy="623888"/>
          </a:xfrm>
          <a:prstGeom prst="rect">
            <a:avLst/>
          </a:prstGeom>
          <a:ln/>
        </p:spPr>
      </p:sp>
      <p:sp>
        <p:nvSpPr>
          <p:cNvPr id="31" name="Text 28"/>
          <p:cNvSpPr/>
          <p:nvPr/>
        </p:nvSpPr>
        <p:spPr>
          <a:xfrm>
            <a:off x="6583561" y="3424535"/>
            <a:ext cx="266308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583561" y="3597101"/>
            <a:ext cx="188560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583561" y="3769668"/>
            <a:ext cx="236271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48580" y="4523854"/>
            <a:ext cx="218316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6960022" y="4523854"/>
            <a:ext cx="218316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0993AEB0-8971-4849-B4F9-C3D3A77880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5885830"/>
              </p:ext>
            </p:extLst>
          </p:nvPr>
        </p:nvGraphicFramePr>
        <p:xfrm>
          <a:off x="491289" y="1997014"/>
          <a:ext cx="4467574" cy="2984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1">
            <a:extLst>
              <a:ext uri="{FF2B5EF4-FFF2-40B4-BE49-F238E27FC236}">
                <a16:creationId xmlns:a16="http://schemas.microsoft.com/office/drawing/2014/main" id="{C887CED1-4E9B-0E86-257B-FB10BC057FCD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0D9F2-9DC5-6B62-BC6A-B4F10BB7B688}"/>
              </a:ext>
            </a:extLst>
          </p:cNvPr>
          <p:cNvSpPr txBox="1"/>
          <p:nvPr/>
        </p:nvSpPr>
        <p:spPr>
          <a:xfrm>
            <a:off x="5064599" y="1997014"/>
            <a:ext cx="38816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Sales started at a relatively high level.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Noticeable dip compared to 2020, showing weaker performance.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Recovery begins, sales rise again.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Continued growth, reaching close to the earlier peak.</a:t>
            </a:r>
          </a:p>
          <a:p>
            <a:pPr lvl="0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Another decline, dropping below 2023 and ending lower than 2020.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38" y="0"/>
            <a:ext cx="9144000" cy="5143500"/>
          </a:xfrm>
          <a:prstGeom prst="rect">
            <a:avLst/>
          </a:prstGeom>
          <a:solidFill>
            <a:srgbClr val="CA9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64778"/>
            <a:ext cx="331858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627367" y="364778"/>
            <a:ext cx="131561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325155"/>
            <a:ext cx="8187457" cy="598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620"/>
              </a:spcBef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580" y="733127"/>
            <a:ext cx="8562685" cy="990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>
              <a:spcBef>
                <a:spcPts val="607"/>
              </a:spcBef>
              <a:buFont typeface="Wingdings" panose="05000000000000000000" pitchFamily="2" charset="2"/>
              <a:buChar char="q"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Electronics leads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with the highest revenue at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$15.58M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, slightly ahead of Sports, Books, Clothing, and Toys.</a:t>
            </a:r>
            <a:endParaRPr lang="en-US" sz="1200" dirty="0">
              <a:latin typeface="Arial" panose="020B0604020202020204" pitchFamily="34" charset="0"/>
              <a:ea typeface="Source Sans 3" pitchFamily="34" charset="-122"/>
              <a:cs typeface="Arial" panose="020B0604020202020204" pitchFamily="34" charset="0"/>
            </a:endParaRPr>
          </a:p>
          <a:p>
            <a:pPr marL="171450" indent="-171450">
              <a:spcBef>
                <a:spcPts val="607"/>
              </a:spcBef>
              <a:buFont typeface="Wingdings" panose="05000000000000000000" pitchFamily="2" charset="2"/>
              <a:buChar char="q"/>
            </a:pPr>
            <a:r>
              <a:rPr lang="en-US" sz="1200" dirty="0"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No category contributes more than 17% of revenue; the opportunity is in focused winners.</a:t>
            </a:r>
          </a:p>
          <a:p>
            <a:pPr marL="171450" indent="-171450">
              <a:spcBef>
                <a:spcPts val="607"/>
              </a:spcBef>
              <a:buFont typeface="Wingdings" panose="05000000000000000000" pitchFamily="2" charset="2"/>
              <a:buChar char="q"/>
            </a:pPr>
            <a:r>
              <a:rPr lang="en-IN" sz="1200" dirty="0"/>
              <a:t>The </a:t>
            </a:r>
            <a:r>
              <a:rPr lang="en-IN" sz="1200" b="1" dirty="0"/>
              <a:t>United States</a:t>
            </a:r>
            <a:r>
              <a:rPr lang="en-IN" sz="1200" dirty="0"/>
              <a:t> drives the largest share of overall sales, followed by smaller contributions from Australia, Canada, India, and the </a:t>
            </a:r>
          </a:p>
          <a:p>
            <a:pPr>
              <a:spcBef>
                <a:spcPts val="607"/>
              </a:spcBef>
            </a:pPr>
            <a:r>
              <a:rPr lang="en-IN" sz="1200" dirty="0"/>
              <a:t>United Kingdom.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2320ABD-730D-1339-F3D1-BC53AA426804}"/>
              </a:ext>
            </a:extLst>
          </p:cNvPr>
          <p:cNvGrpSpPr/>
          <p:nvPr/>
        </p:nvGrpSpPr>
        <p:grpSpPr>
          <a:xfrm>
            <a:off x="4360388" y="2025721"/>
            <a:ext cx="4487698" cy="2928819"/>
            <a:chOff x="484033" y="1806252"/>
            <a:chExt cx="4735081" cy="2976562"/>
          </a:xfrm>
        </p:grpSpPr>
        <p:sp>
          <p:nvSpPr>
            <p:cNvPr id="8" name="Shape 6"/>
            <p:cNvSpPr/>
            <p:nvPr/>
          </p:nvSpPr>
          <p:spPr>
            <a:xfrm>
              <a:off x="484033" y="1806252"/>
              <a:ext cx="4735081" cy="2976562"/>
            </a:xfrm>
            <a:prstGeom prst="rect">
              <a:avLst/>
            </a:prstGeom>
            <a:solidFill>
              <a:srgbClr val="F7FAFC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731416" y="2093491"/>
              <a:ext cx="2214027" cy="2619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510" b="1" dirty="0">
                  <a:solidFill>
                    <a:srgbClr val="0B1F33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Category revenue</a:t>
              </a:r>
              <a:endParaRPr lang="en-US" sz="151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910533" y="2171030"/>
              <a:ext cx="1006249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0" dirty="0">
                  <a:solidFill>
                    <a:srgbClr val="7890A4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USD millions</a:t>
              </a:r>
              <a:endParaRPr lang="en-US" sz="108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31416" y="2479551"/>
              <a:ext cx="3781961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Aft>
                  <a:spcPts val="810"/>
                </a:spcAft>
                <a:buNone/>
              </a:pPr>
              <a:r>
                <a:rPr lang="en-US" sz="1080" dirty="0">
                  <a:solidFill>
                    <a:srgbClr val="52687C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Longer bars indicate greater revenue contribution.</a:t>
              </a:r>
              <a:endParaRPr lang="en-US" sz="108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31416" y="2788072"/>
              <a:ext cx="933792" cy="204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Electronics</a:t>
              </a:r>
              <a:endParaRPr lang="en-US" sz="11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828577" y="2828702"/>
              <a:ext cx="2743200" cy="128588"/>
            </a:xfrm>
            <a:prstGeom prst="rect">
              <a:avLst/>
            </a:prstGeom>
            <a:solidFill>
              <a:srgbClr val="2F6BFF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1892573" y="2833464"/>
              <a:ext cx="717195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F7FAFC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$15.58M</a:t>
              </a:r>
              <a:endParaRPr lang="en-US" sz="108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31416" y="3089746"/>
              <a:ext cx="575474" cy="204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Sports</a:t>
              </a:r>
              <a:endParaRPr lang="en-US" sz="11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829507" y="3130376"/>
              <a:ext cx="2695575" cy="128588"/>
            </a:xfrm>
            <a:prstGeom prst="rect">
              <a:avLst/>
            </a:prstGeom>
            <a:solidFill>
              <a:srgbClr val="4E82FF"/>
            </a:solidFill>
            <a:ln/>
          </p:spPr>
        </p:sp>
        <p:sp>
          <p:nvSpPr>
            <p:cNvPr id="17" name="Text 15"/>
            <p:cNvSpPr/>
            <p:nvPr/>
          </p:nvSpPr>
          <p:spPr>
            <a:xfrm>
              <a:off x="1892573" y="3135139"/>
              <a:ext cx="717195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F7FAFC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$15.35M</a:t>
              </a:r>
              <a:endParaRPr lang="en-US" sz="108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1416" y="3391421"/>
              <a:ext cx="549064" cy="204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Books</a:t>
              </a:r>
              <a:endParaRPr lang="en-US" sz="11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827684" y="3432051"/>
              <a:ext cx="2671763" cy="128588"/>
            </a:xfrm>
            <a:prstGeom prst="rect">
              <a:avLst/>
            </a:prstGeom>
            <a:solidFill>
              <a:srgbClr val="6B98FF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1892573" y="3436813"/>
              <a:ext cx="717195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F7FAFC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$15.26M</a:t>
              </a:r>
              <a:endParaRPr lang="en-US" sz="108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31416" y="3693096"/>
              <a:ext cx="728514" cy="204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Clothing</a:t>
              </a:r>
              <a:endParaRPr lang="en-US" sz="11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827907" y="3733726"/>
              <a:ext cx="2662237" cy="128588"/>
            </a:xfrm>
            <a:prstGeom prst="rect">
              <a:avLst/>
            </a:prstGeom>
            <a:solidFill>
              <a:srgbClr val="87ADFF"/>
            </a:solidFill>
            <a:ln/>
          </p:spPr>
        </p:sp>
        <p:sp>
          <p:nvSpPr>
            <p:cNvPr id="23" name="Text 21"/>
            <p:cNvSpPr/>
            <p:nvPr/>
          </p:nvSpPr>
          <p:spPr>
            <a:xfrm>
              <a:off x="1892573" y="3738488"/>
              <a:ext cx="717195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$15.25M</a:t>
              </a:r>
              <a:endParaRPr lang="en-US" sz="108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31416" y="3994770"/>
              <a:ext cx="417500" cy="204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Toys</a:t>
              </a:r>
              <a:endParaRPr lang="en-US" sz="11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828279" y="4035400"/>
              <a:ext cx="2643188" cy="128588"/>
            </a:xfrm>
            <a:prstGeom prst="rect">
              <a:avLst/>
            </a:prstGeom>
            <a:solidFill>
              <a:srgbClr val="A2C1FF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1892573" y="4040163"/>
              <a:ext cx="717195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$15.22M</a:t>
              </a:r>
              <a:endParaRPr lang="en-US" sz="108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31416" y="4296445"/>
              <a:ext cx="536295" cy="2047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Home</a:t>
              </a:r>
              <a:endParaRPr lang="en-US" sz="11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828465" y="4337075"/>
              <a:ext cx="2633662" cy="128588"/>
            </a:xfrm>
            <a:prstGeom prst="rect">
              <a:avLst/>
            </a:prstGeom>
            <a:solidFill>
              <a:srgbClr val="BDD3FF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1892573" y="4341837"/>
              <a:ext cx="717195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$15.16M</a:t>
              </a:r>
              <a:endParaRPr lang="en-US" sz="108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484033" y="4837946"/>
            <a:ext cx="434526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066434" y="5184651"/>
            <a:ext cx="204483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88" y="5081662"/>
            <a:ext cx="8048625" cy="304800"/>
          </a:xfrm>
          <a:prstGeom prst="rect">
            <a:avLst/>
          </a:prstGeom>
        </p:spPr>
      </p:pic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41631E8A-336F-4F40-9D3C-D57AE392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3244414"/>
              </p:ext>
            </p:extLst>
          </p:nvPr>
        </p:nvGraphicFramePr>
        <p:xfrm>
          <a:off x="422068" y="2025722"/>
          <a:ext cx="3783486" cy="292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E4B977E-A7E6-A84B-C1D5-60D8A3E5FEE8}"/>
              </a:ext>
            </a:extLst>
          </p:cNvPr>
          <p:cNvSpPr txBox="1"/>
          <p:nvPr/>
        </p:nvSpPr>
        <p:spPr>
          <a:xfrm>
            <a:off x="626012" y="67748"/>
            <a:ext cx="7914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 contribute overall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FFA2A7-2DBD-BC14-6110-C70C56F1875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A94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F3B5966-539A-F2D4-94C0-C2F04B0851B6}"/>
              </a:ext>
            </a:extLst>
          </p:cNvPr>
          <p:cNvGrpSpPr/>
          <p:nvPr/>
        </p:nvGrpSpPr>
        <p:grpSpPr>
          <a:xfrm>
            <a:off x="5296559" y="1766108"/>
            <a:ext cx="3495675" cy="1658474"/>
            <a:chOff x="5098740" y="1901168"/>
            <a:chExt cx="3495675" cy="1419225"/>
          </a:xfrm>
        </p:grpSpPr>
        <p:sp>
          <p:nvSpPr>
            <p:cNvPr id="30" name="Shape 28"/>
            <p:cNvSpPr/>
            <p:nvPr/>
          </p:nvSpPr>
          <p:spPr>
            <a:xfrm>
              <a:off x="5098740" y="1901168"/>
              <a:ext cx="3495675" cy="1419225"/>
            </a:xfrm>
            <a:prstGeom prst="rect">
              <a:avLst/>
            </a:prstGeom>
            <a:solidFill>
              <a:srgbClr val="0B1F33"/>
            </a:solidFill>
            <a:ln/>
          </p:spPr>
        </p:sp>
        <p:sp>
          <p:nvSpPr>
            <p:cNvPr id="31" name="Text 29"/>
            <p:cNvSpPr/>
            <p:nvPr/>
          </p:nvSpPr>
          <p:spPr>
            <a:xfrm>
              <a:off x="5280571" y="2088728"/>
              <a:ext cx="1108985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0" b="1" kern="0" spc="108" dirty="0">
                  <a:solidFill>
                    <a:srgbClr val="9BB0C1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TOP BRAND</a:t>
              </a:r>
              <a:endParaRPr lang="en-US" sz="108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280571" y="2360116"/>
              <a:ext cx="1837328" cy="3952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405"/>
                </a:spcBef>
                <a:buNone/>
              </a:pPr>
              <a:r>
                <a:rPr lang="en-US" sz="2300" b="1" dirty="0">
                  <a:solidFill>
                    <a:srgbClr val="F7FAFC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CoreTech</a:t>
              </a:r>
              <a:endParaRPr lang="en-US" sz="23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5280571" y="2742940"/>
              <a:ext cx="1457824" cy="2861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324"/>
                </a:spcBef>
                <a:buNone/>
              </a:pPr>
              <a:r>
                <a:rPr lang="en-US" sz="1600" dirty="0">
                  <a:solidFill>
                    <a:srgbClr val="FFB84D"/>
                  </a:solidFill>
                  <a:latin typeface="Source Sans 3" pitchFamily="34" charset="0"/>
                  <a:ea typeface="Source Sans 3" pitchFamily="34" charset="-122"/>
                </a:rPr>
                <a:t>Value: 652</a:t>
              </a:r>
              <a:endParaRPr lang="en-US" sz="1600" dirty="0"/>
            </a:p>
          </p:txBody>
        </p:sp>
      </p:grpSp>
      <p:sp>
        <p:nvSpPr>
          <p:cNvPr id="8" name="Shape 1">
            <a:extLst>
              <a:ext uri="{FF2B5EF4-FFF2-40B4-BE49-F238E27FC236}">
                <a16:creationId xmlns:a16="http://schemas.microsoft.com/office/drawing/2014/main" id="{10217259-607B-0259-AAEA-8C37482302D9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1BD7D15-A7BF-4CD8-A7F7-A5B50C795D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9821293"/>
              </p:ext>
            </p:extLst>
          </p:nvPr>
        </p:nvGraphicFramePr>
        <p:xfrm>
          <a:off x="702693" y="2135509"/>
          <a:ext cx="4199207" cy="2793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55A08DE-3A9E-DF55-F6F4-B974FA991D59}"/>
              </a:ext>
            </a:extLst>
          </p:cNvPr>
          <p:cNvGrpSpPr/>
          <p:nvPr/>
        </p:nvGrpSpPr>
        <p:grpSpPr>
          <a:xfrm>
            <a:off x="5296559" y="3479031"/>
            <a:ext cx="3495675" cy="1592268"/>
            <a:chOff x="5247321" y="2913034"/>
            <a:chExt cx="3495675" cy="170820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E5356C3-EA1E-6D2A-14D4-718273B2F5EA}"/>
                </a:ext>
              </a:extLst>
            </p:cNvPr>
            <p:cNvGrpSpPr/>
            <p:nvPr/>
          </p:nvGrpSpPr>
          <p:grpSpPr>
            <a:xfrm>
              <a:off x="5247321" y="2913034"/>
              <a:ext cx="3495675" cy="1708203"/>
              <a:chOff x="5098740" y="3457612"/>
              <a:chExt cx="3495675" cy="1419225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5098740" y="3457612"/>
                <a:ext cx="3495675" cy="1419225"/>
              </a:xfrm>
              <a:prstGeom prst="rect">
                <a:avLst/>
              </a:prstGeom>
              <a:solidFill>
                <a:srgbClr val="FF9900"/>
              </a:solidFill>
              <a:ln/>
            </p:spPr>
          </p:sp>
          <p:sp>
            <p:nvSpPr>
              <p:cNvPr id="35" name="Text 33"/>
              <p:cNvSpPr/>
              <p:nvPr/>
            </p:nvSpPr>
            <p:spPr>
              <a:xfrm>
                <a:off x="5280571" y="3645173"/>
                <a:ext cx="2543904" cy="1952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80" b="1" kern="0" spc="108" dirty="0">
                    <a:solidFill>
                      <a:srgbClr val="0B1F33"/>
                    </a:solidFill>
                    <a:latin typeface="Source Sans 3" pitchFamily="34" charset="0"/>
                    <a:ea typeface="Source Sans 3" pitchFamily="34" charset="-122"/>
                    <a:cs typeface="Source Sans 3" pitchFamily="34" charset="-120"/>
                  </a:rPr>
                  <a:t>TOP PRODUCT BY ORDER</a:t>
                </a:r>
                <a:endParaRPr lang="en-US" sz="108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5280571" y="3854648"/>
                <a:ext cx="2144182" cy="33813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spcBef>
                    <a:spcPts val="405"/>
                  </a:spcBef>
                  <a:buNone/>
                </a:pPr>
                <a:r>
                  <a:rPr lang="en-US" sz="1940" b="1" dirty="0">
                    <a:solidFill>
                      <a:srgbClr val="0B1F33"/>
                    </a:solidFill>
                    <a:latin typeface="Manrope" pitchFamily="34" charset="0"/>
                    <a:ea typeface="Manrope" pitchFamily="34" charset="-122"/>
                  </a:rPr>
                  <a:t>LED DESK LAMP</a:t>
                </a:r>
                <a:endParaRPr lang="en-US" sz="1940" dirty="0"/>
              </a:p>
            </p:txBody>
          </p:sp>
          <p:sp>
            <p:nvSpPr>
              <p:cNvPr id="37" name="Text 35"/>
              <p:cNvSpPr/>
              <p:nvPr/>
            </p:nvSpPr>
            <p:spPr>
              <a:xfrm>
                <a:off x="5280571" y="4108921"/>
                <a:ext cx="1038753" cy="33813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spcBef>
                    <a:spcPts val="405"/>
                  </a:spcBef>
                  <a:buNone/>
                </a:pPr>
                <a:endParaRPr lang="en-US" sz="194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5280571" y="4451896"/>
                <a:ext cx="1457824" cy="23336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 algn="l">
                  <a:spcBef>
                    <a:spcPts val="324"/>
                  </a:spcBef>
                  <a:buNone/>
                </a:pPr>
                <a:endParaRPr lang="en-US" sz="1300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D6C251-C478-D86F-9FA1-8A7FC8539EF3}"/>
                </a:ext>
              </a:extLst>
            </p:cNvPr>
            <p:cNvSpPr txBox="1"/>
            <p:nvPr/>
          </p:nvSpPr>
          <p:spPr>
            <a:xfrm>
              <a:off x="5350442" y="3791510"/>
              <a:ext cx="16152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Value: 664</a:t>
              </a:r>
              <a:endParaRPr lang="en-IN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E7DD8C0-9839-04B1-3D6E-E0941418B86F}"/>
              </a:ext>
            </a:extLst>
          </p:cNvPr>
          <p:cNvSpPr txBox="1"/>
          <p:nvPr/>
        </p:nvSpPr>
        <p:spPr>
          <a:xfrm>
            <a:off x="545123" y="72201"/>
            <a:ext cx="8053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 Brand and Product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A58CB-7046-CE9F-38F8-004215704AE4}"/>
              </a:ext>
            </a:extLst>
          </p:cNvPr>
          <p:cNvSpPr txBox="1"/>
          <p:nvPr/>
        </p:nvSpPr>
        <p:spPr>
          <a:xfrm>
            <a:off x="545123" y="690429"/>
            <a:ext cx="8401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Top Brand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CoreTech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leads with a value of 652, making it the strongest performer among the brands.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Top Product by Orders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The LED Desk Lamp is the most popular product, with 664 orders.</a:t>
            </a:r>
          </a:p>
        </p:txBody>
      </p:sp>
    </p:spTree>
    <p:extLst>
      <p:ext uri="{BB962C8B-B14F-4D97-AF65-F5344CB8AC3E}">
        <p14:creationId xmlns:p14="http://schemas.microsoft.com/office/powerpoint/2010/main" val="2817077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DB3E03-2336-3EBA-C197-A57ECB80D331}"/>
              </a:ext>
            </a:extLst>
          </p:cNvPr>
          <p:cNvSpPr/>
          <p:nvPr/>
        </p:nvSpPr>
        <p:spPr>
          <a:xfrm>
            <a:off x="-5336" y="0"/>
            <a:ext cx="9144000" cy="5199619"/>
          </a:xfrm>
          <a:prstGeom prst="rect">
            <a:avLst/>
          </a:prstGeom>
          <a:solidFill>
            <a:srgbClr val="CA94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C3585A9D-D35E-4BEA-8D92-DDDA0613550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68902670"/>
                  </p:ext>
                </p:extLst>
              </p:nvPr>
            </p:nvGraphicFramePr>
            <p:xfrm>
              <a:off x="4517686" y="1404831"/>
              <a:ext cx="4024151" cy="306166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C3585A9D-D35E-4BEA-8D92-DDDA061355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7686" y="1404831"/>
                <a:ext cx="4024151" cy="30616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7ECF447-1DA0-DC63-89AD-4E1097CCA322}"/>
              </a:ext>
            </a:extLst>
          </p:cNvPr>
          <p:cNvSpPr txBox="1"/>
          <p:nvPr/>
        </p:nvSpPr>
        <p:spPr>
          <a:xfrm>
            <a:off x="343101" y="204502"/>
            <a:ext cx="8027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Sale in Country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B926CD-23B3-AC6C-8F86-1D0DC249C72D}"/>
              </a:ext>
            </a:extLst>
          </p:cNvPr>
          <p:cNvGrpSpPr/>
          <p:nvPr/>
        </p:nvGrpSpPr>
        <p:grpSpPr>
          <a:xfrm>
            <a:off x="400584" y="1404831"/>
            <a:ext cx="4017394" cy="3061660"/>
            <a:chOff x="514290" y="1933469"/>
            <a:chExt cx="4655946" cy="3054634"/>
          </a:xfrm>
        </p:grpSpPr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33F88FF2-5A7E-9C74-BA74-5BB44492BB42}"/>
                </a:ext>
              </a:extLst>
            </p:cNvPr>
            <p:cNvSpPr/>
            <p:nvPr/>
          </p:nvSpPr>
          <p:spPr>
            <a:xfrm>
              <a:off x="549659" y="1933469"/>
              <a:ext cx="2442716" cy="2619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Aft>
                  <a:spcPts val="810"/>
                </a:spcAft>
                <a:buNone/>
              </a:pPr>
              <a:r>
                <a:rPr lang="en-US" sz="1510" b="1" dirty="0">
                  <a:solidFill>
                    <a:srgbClr val="0B1F33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Revenue by country</a:t>
              </a:r>
              <a:endParaRPr lang="en-US" sz="1510" dirty="0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773DDDD0-D479-A60C-40F2-C6E7548F3BA8}"/>
                </a:ext>
              </a:extLst>
            </p:cNvPr>
            <p:cNvSpPr/>
            <p:nvPr/>
          </p:nvSpPr>
          <p:spPr>
            <a:xfrm>
              <a:off x="570042" y="2195406"/>
              <a:ext cx="4145697" cy="1952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Aft>
                  <a:spcPts val="810"/>
                </a:spcAft>
                <a:buNone/>
              </a:pPr>
              <a:r>
                <a:rPr lang="en-US" sz="1080" dirty="0"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Bar length shows each country's share of total revenue.</a:t>
              </a:r>
              <a:endParaRPr lang="en-US" sz="1080" dirty="0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2C1E2B35-B354-26AC-A9DC-A291F599B3E2}"/>
                </a:ext>
              </a:extLst>
            </p:cNvPr>
            <p:cNvSpPr/>
            <p:nvPr/>
          </p:nvSpPr>
          <p:spPr>
            <a:xfrm>
              <a:off x="548580" y="2443103"/>
              <a:ext cx="1215591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United States</a:t>
              </a:r>
              <a:endParaRPr lang="en-US" sz="1220" dirty="0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8B929953-700A-5FD9-6087-C642B98D5C08}"/>
                </a:ext>
              </a:extLst>
            </p:cNvPr>
            <p:cNvSpPr/>
            <p:nvPr/>
          </p:nvSpPr>
          <p:spPr>
            <a:xfrm>
              <a:off x="3716282" y="2444367"/>
              <a:ext cx="1453954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$64.31M · 70.0%</a:t>
              </a:r>
              <a:endParaRPr lang="en-US" sz="1220" dirty="0"/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162D8B64-24C4-7EFC-1D86-27D413288D45}"/>
                </a:ext>
              </a:extLst>
            </p:cNvPr>
            <p:cNvSpPr/>
            <p:nvPr/>
          </p:nvSpPr>
          <p:spPr>
            <a:xfrm>
              <a:off x="533794" y="2710071"/>
              <a:ext cx="4224337" cy="166688"/>
            </a:xfrm>
            <a:prstGeom prst="rect">
              <a:avLst/>
            </a:prstGeom>
            <a:solidFill>
              <a:srgbClr val="DCE8F6"/>
            </a:solidFill>
            <a:ln/>
          </p:spPr>
        </p:sp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ADD0591D-F55D-7997-E8BB-F3D0877AE823}"/>
                </a:ext>
              </a:extLst>
            </p:cNvPr>
            <p:cNvSpPr/>
            <p:nvPr/>
          </p:nvSpPr>
          <p:spPr>
            <a:xfrm>
              <a:off x="531466" y="2710071"/>
              <a:ext cx="2957513" cy="166688"/>
            </a:xfrm>
            <a:prstGeom prst="rect">
              <a:avLst/>
            </a:prstGeom>
            <a:solidFill>
              <a:srgbClr val="2F6BFF"/>
            </a:solidFill>
            <a:ln/>
          </p:spPr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70E25F41-1E3E-E260-6316-F8469C690581}"/>
                </a:ext>
              </a:extLst>
            </p:cNvPr>
            <p:cNvSpPr/>
            <p:nvPr/>
          </p:nvSpPr>
          <p:spPr>
            <a:xfrm>
              <a:off x="543323" y="2975508"/>
              <a:ext cx="498373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India</a:t>
              </a:r>
              <a:endParaRPr lang="en-US" sz="1220" dirty="0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95DC6775-C376-9AFB-13D2-226ADA78F3D9}"/>
                </a:ext>
              </a:extLst>
            </p:cNvPr>
            <p:cNvSpPr/>
            <p:nvPr/>
          </p:nvSpPr>
          <p:spPr>
            <a:xfrm>
              <a:off x="3708466" y="2988417"/>
              <a:ext cx="1453954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$13.88M · 15.1%</a:t>
              </a:r>
              <a:endParaRPr lang="en-US" sz="1220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D9055AD-299D-693A-7313-B8233C6A8278}"/>
                </a:ext>
              </a:extLst>
            </p:cNvPr>
            <p:cNvGrpSpPr/>
            <p:nvPr/>
          </p:nvGrpSpPr>
          <p:grpSpPr>
            <a:xfrm>
              <a:off x="543323" y="3207618"/>
              <a:ext cx="4224597" cy="166688"/>
              <a:chOff x="548432" y="3614105"/>
              <a:chExt cx="4224597" cy="166688"/>
            </a:xfrm>
          </p:grpSpPr>
          <p:sp>
            <p:nvSpPr>
              <p:cNvPr id="35" name="Shape 13">
                <a:extLst>
                  <a:ext uri="{FF2B5EF4-FFF2-40B4-BE49-F238E27FC236}">
                    <a16:creationId xmlns:a16="http://schemas.microsoft.com/office/drawing/2014/main" id="{1D5EDAB6-FB0C-FEA1-3BEE-FE6E5829E966}"/>
                  </a:ext>
                </a:extLst>
              </p:cNvPr>
              <p:cNvSpPr/>
              <p:nvPr/>
            </p:nvSpPr>
            <p:spPr>
              <a:xfrm>
                <a:off x="548692" y="3614105"/>
                <a:ext cx="4224337" cy="166688"/>
              </a:xfrm>
              <a:prstGeom prst="rect">
                <a:avLst/>
              </a:prstGeom>
              <a:solidFill>
                <a:srgbClr val="DCE8F6"/>
              </a:solidFill>
              <a:ln/>
            </p:spPr>
          </p:sp>
          <p:sp>
            <p:nvSpPr>
              <p:cNvPr id="36" name="Shape 14">
                <a:extLst>
                  <a:ext uri="{FF2B5EF4-FFF2-40B4-BE49-F238E27FC236}">
                    <a16:creationId xmlns:a16="http://schemas.microsoft.com/office/drawing/2014/main" id="{B60C01C2-ACF3-156A-0982-28FAA0744A7C}"/>
                  </a:ext>
                </a:extLst>
              </p:cNvPr>
              <p:cNvSpPr/>
              <p:nvPr/>
            </p:nvSpPr>
            <p:spPr>
              <a:xfrm>
                <a:off x="548432" y="3614105"/>
                <a:ext cx="638175" cy="166688"/>
              </a:xfrm>
              <a:prstGeom prst="rect">
                <a:avLst/>
              </a:prstGeom>
              <a:solidFill>
                <a:srgbClr val="5D8BFF"/>
              </a:solidFill>
              <a:ln/>
            </p:spPr>
          </p:sp>
        </p:grp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5D2C9910-73F4-A42D-88EC-9E799ED0C8C6}"/>
                </a:ext>
              </a:extLst>
            </p:cNvPr>
            <p:cNvSpPr/>
            <p:nvPr/>
          </p:nvSpPr>
          <p:spPr>
            <a:xfrm>
              <a:off x="533794" y="3456851"/>
              <a:ext cx="713229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Canada</a:t>
              </a:r>
              <a:endParaRPr lang="en-US" sz="1220" dirty="0"/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60BA9D2E-CC06-5403-9A5D-0BC49B7E443C}"/>
                </a:ext>
              </a:extLst>
            </p:cNvPr>
            <p:cNvSpPr/>
            <p:nvPr/>
          </p:nvSpPr>
          <p:spPr>
            <a:xfrm>
              <a:off x="3849261" y="3448675"/>
              <a:ext cx="1246741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$5.32M · 5.8%</a:t>
              </a:r>
              <a:endParaRPr lang="en-US" sz="1220" dirty="0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0A7D4494-DE20-BC7B-AC76-E1DF5C3F68B2}"/>
                </a:ext>
              </a:extLst>
            </p:cNvPr>
            <p:cNvSpPr/>
            <p:nvPr/>
          </p:nvSpPr>
          <p:spPr>
            <a:xfrm>
              <a:off x="514290" y="4037035"/>
              <a:ext cx="1465466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United Kingdom</a:t>
              </a:r>
              <a:endParaRPr lang="en-US" sz="1220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A01BCE76-1317-25AF-0D9C-5FA002AE2E81}"/>
                </a:ext>
              </a:extLst>
            </p:cNvPr>
            <p:cNvSpPr/>
            <p:nvPr/>
          </p:nvSpPr>
          <p:spPr>
            <a:xfrm>
              <a:off x="3854324" y="4020531"/>
              <a:ext cx="1246741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$4.53M · 4.9%</a:t>
              </a:r>
              <a:endParaRPr lang="en-US" sz="122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28324D1-68F7-445C-9F66-AE2FF9F3B729}"/>
                </a:ext>
              </a:extLst>
            </p:cNvPr>
            <p:cNvGrpSpPr/>
            <p:nvPr/>
          </p:nvGrpSpPr>
          <p:grpSpPr>
            <a:xfrm>
              <a:off x="533794" y="4264816"/>
              <a:ext cx="4224337" cy="166688"/>
              <a:chOff x="548692" y="4676738"/>
              <a:chExt cx="4224337" cy="166688"/>
            </a:xfrm>
          </p:grpSpPr>
          <p:sp>
            <p:nvSpPr>
              <p:cNvPr id="33" name="Shape 21">
                <a:extLst>
                  <a:ext uri="{FF2B5EF4-FFF2-40B4-BE49-F238E27FC236}">
                    <a16:creationId xmlns:a16="http://schemas.microsoft.com/office/drawing/2014/main" id="{88EC2C98-CF23-94EC-F073-B1E42C51DB19}"/>
                  </a:ext>
                </a:extLst>
              </p:cNvPr>
              <p:cNvSpPr/>
              <p:nvPr/>
            </p:nvSpPr>
            <p:spPr>
              <a:xfrm>
                <a:off x="548692" y="4676738"/>
                <a:ext cx="4224337" cy="166688"/>
              </a:xfrm>
              <a:prstGeom prst="rect">
                <a:avLst/>
              </a:prstGeom>
              <a:solidFill>
                <a:srgbClr val="DCE8F6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34" name="Shape 22">
                <a:extLst>
                  <a:ext uri="{FF2B5EF4-FFF2-40B4-BE49-F238E27FC236}">
                    <a16:creationId xmlns:a16="http://schemas.microsoft.com/office/drawing/2014/main" id="{0EC8E62C-FF6F-7588-876E-CF8E681F0A42}"/>
                  </a:ext>
                </a:extLst>
              </p:cNvPr>
              <p:cNvSpPr/>
              <p:nvPr/>
            </p:nvSpPr>
            <p:spPr>
              <a:xfrm>
                <a:off x="549659" y="4676738"/>
                <a:ext cx="204787" cy="166688"/>
              </a:xfrm>
              <a:prstGeom prst="rect">
                <a:avLst/>
              </a:prstGeom>
              <a:solidFill>
                <a:srgbClr val="A7C4FF"/>
              </a:solidFill>
              <a:ln/>
            </p:spPr>
          </p:sp>
        </p:grp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A5F41C29-8541-F821-0D15-FA7999F60F1B}"/>
                </a:ext>
              </a:extLst>
            </p:cNvPr>
            <p:cNvSpPr/>
            <p:nvPr/>
          </p:nvSpPr>
          <p:spPr>
            <a:xfrm>
              <a:off x="534761" y="4602340"/>
              <a:ext cx="823511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Australia</a:t>
              </a:r>
              <a:endParaRPr lang="en-US" sz="122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1E4B7E03-9258-AA50-32C1-549A849634D2}"/>
                </a:ext>
              </a:extLst>
            </p:cNvPr>
            <p:cNvSpPr/>
            <p:nvPr/>
          </p:nvSpPr>
          <p:spPr>
            <a:xfrm>
              <a:off x="3858071" y="4590819"/>
              <a:ext cx="1246741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20" b="1" dirty="0">
                  <a:solidFill>
                    <a:srgbClr val="0B1F33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$3.79M · 4.1%</a:t>
              </a:r>
              <a:endParaRPr lang="en-US" sz="122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C6FFE7-7C14-3218-747B-F3F117F744A0}"/>
                </a:ext>
              </a:extLst>
            </p:cNvPr>
            <p:cNvGrpSpPr/>
            <p:nvPr/>
          </p:nvGrpSpPr>
          <p:grpSpPr>
            <a:xfrm>
              <a:off x="530721" y="4821415"/>
              <a:ext cx="4224337" cy="166688"/>
              <a:chOff x="548692" y="5208054"/>
              <a:chExt cx="4224337" cy="166688"/>
            </a:xfrm>
          </p:grpSpPr>
          <p:sp>
            <p:nvSpPr>
              <p:cNvPr id="31" name="Shape 25">
                <a:extLst>
                  <a:ext uri="{FF2B5EF4-FFF2-40B4-BE49-F238E27FC236}">
                    <a16:creationId xmlns:a16="http://schemas.microsoft.com/office/drawing/2014/main" id="{257F53DD-7B86-1D01-A41C-02B485F10193}"/>
                  </a:ext>
                </a:extLst>
              </p:cNvPr>
              <p:cNvSpPr/>
              <p:nvPr/>
            </p:nvSpPr>
            <p:spPr>
              <a:xfrm>
                <a:off x="548692" y="5208054"/>
                <a:ext cx="4224337" cy="166688"/>
              </a:xfrm>
              <a:prstGeom prst="rect">
                <a:avLst/>
              </a:prstGeom>
              <a:solidFill>
                <a:srgbClr val="DCE8F6"/>
              </a:solidFill>
              <a:ln/>
            </p:spPr>
          </p:sp>
          <p:sp>
            <p:nvSpPr>
              <p:cNvPr id="32" name="Shape 26">
                <a:extLst>
                  <a:ext uri="{FF2B5EF4-FFF2-40B4-BE49-F238E27FC236}">
                    <a16:creationId xmlns:a16="http://schemas.microsoft.com/office/drawing/2014/main" id="{B5D4F1D5-946A-3ABB-C1D3-62E1C66A9709}"/>
                  </a:ext>
                </a:extLst>
              </p:cNvPr>
              <p:cNvSpPr/>
              <p:nvPr/>
            </p:nvSpPr>
            <p:spPr>
              <a:xfrm>
                <a:off x="549436" y="5208054"/>
                <a:ext cx="171450" cy="166688"/>
              </a:xfrm>
              <a:prstGeom prst="rect">
                <a:avLst/>
              </a:prstGeom>
              <a:solidFill>
                <a:srgbClr val="C4D8FF"/>
              </a:solidFill>
              <a:ln/>
            </p:spPr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FDE4C56-B819-DCDD-24E3-E0961669358D}"/>
                </a:ext>
              </a:extLst>
            </p:cNvPr>
            <p:cNvGrpSpPr/>
            <p:nvPr/>
          </p:nvGrpSpPr>
          <p:grpSpPr>
            <a:xfrm>
              <a:off x="523305" y="3678659"/>
              <a:ext cx="4224337" cy="166688"/>
              <a:chOff x="580619" y="4145421"/>
              <a:chExt cx="4224337" cy="166688"/>
            </a:xfrm>
          </p:grpSpPr>
          <p:sp>
            <p:nvSpPr>
              <p:cNvPr id="29" name="Shape 17">
                <a:extLst>
                  <a:ext uri="{FF2B5EF4-FFF2-40B4-BE49-F238E27FC236}">
                    <a16:creationId xmlns:a16="http://schemas.microsoft.com/office/drawing/2014/main" id="{957AAE41-D70B-69E9-E31E-F16E59540F0E}"/>
                  </a:ext>
                </a:extLst>
              </p:cNvPr>
              <p:cNvSpPr/>
              <p:nvPr/>
            </p:nvSpPr>
            <p:spPr>
              <a:xfrm>
                <a:off x="580619" y="4145421"/>
                <a:ext cx="4224337" cy="166688"/>
              </a:xfrm>
              <a:prstGeom prst="rect">
                <a:avLst/>
              </a:prstGeom>
              <a:solidFill>
                <a:srgbClr val="DCE8F6"/>
              </a:solidFill>
              <a:ln/>
            </p:spPr>
          </p:sp>
          <p:sp>
            <p:nvSpPr>
              <p:cNvPr id="30" name="Shape 18">
                <a:extLst>
                  <a:ext uri="{FF2B5EF4-FFF2-40B4-BE49-F238E27FC236}">
                    <a16:creationId xmlns:a16="http://schemas.microsoft.com/office/drawing/2014/main" id="{46CF0F94-62FE-AE40-DC00-98E7E3EFD6AD}"/>
                  </a:ext>
                </a:extLst>
              </p:cNvPr>
              <p:cNvSpPr/>
              <p:nvPr/>
            </p:nvSpPr>
            <p:spPr>
              <a:xfrm>
                <a:off x="581549" y="4145421"/>
                <a:ext cx="242888" cy="166688"/>
              </a:xfrm>
              <a:prstGeom prst="rect">
                <a:avLst/>
              </a:prstGeom>
              <a:solidFill>
                <a:srgbClr val="88ADFF"/>
              </a:solidFill>
              <a:ln/>
            </p:spPr>
          </p:sp>
        </p:grpSp>
      </p:grpSp>
      <p:sp>
        <p:nvSpPr>
          <p:cNvPr id="38" name="Shape 1">
            <a:extLst>
              <a:ext uri="{FF2B5EF4-FFF2-40B4-BE49-F238E27FC236}">
                <a16:creationId xmlns:a16="http://schemas.microsoft.com/office/drawing/2014/main" id="{B17A055C-123E-690D-0A16-75AA604097A1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</p:spTree>
    <p:extLst>
      <p:ext uri="{BB962C8B-B14F-4D97-AF65-F5344CB8AC3E}">
        <p14:creationId xmlns:p14="http://schemas.microsoft.com/office/powerpoint/2010/main" val="2576947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A945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64778"/>
            <a:ext cx="190359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435007" y="364778"/>
            <a:ext cx="156568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316854" y="252153"/>
            <a:ext cx="8004200" cy="615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 with Top 3 Order</a:t>
            </a:r>
          </a:p>
        </p:txBody>
      </p:sp>
      <p:sp>
        <p:nvSpPr>
          <p:cNvPr id="43" name="Text 41"/>
          <p:cNvSpPr/>
          <p:nvPr/>
        </p:nvSpPr>
        <p:spPr>
          <a:xfrm>
            <a:off x="723826" y="5759276"/>
            <a:ext cx="785203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25"/>
              </a:spcBef>
              <a:buNone/>
            </a:pPr>
            <a:endParaRPr lang="en-US" sz="1580" dirty="0"/>
          </a:p>
        </p:txBody>
      </p:sp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0255CB8D-13A4-4F4E-874F-D6FB94068C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7495903"/>
              </p:ext>
            </p:extLst>
          </p:nvPr>
        </p:nvGraphicFramePr>
        <p:xfrm>
          <a:off x="1792462" y="1239657"/>
          <a:ext cx="4923692" cy="3416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Shape 1">
            <a:extLst>
              <a:ext uri="{FF2B5EF4-FFF2-40B4-BE49-F238E27FC236}">
                <a16:creationId xmlns:a16="http://schemas.microsoft.com/office/drawing/2014/main" id="{3CEA869C-88EA-9EC3-1D05-2BEF7734E558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780E1B-376C-FCB2-B6D5-70D1F61D6EB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A945E"/>
          </a:solidFill>
          <a:ln/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8887B-93A8-E817-628B-1AA134B1299C}"/>
              </a:ext>
            </a:extLst>
          </p:cNvPr>
          <p:cNvSpPr txBox="1"/>
          <p:nvPr/>
        </p:nvSpPr>
        <p:spPr>
          <a:xfrm>
            <a:off x="506437" y="180638"/>
            <a:ext cx="76246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Customer’s Order status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F92FD90-E9B4-47B1-8370-48CD3DCD58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9520500"/>
              </p:ext>
            </p:extLst>
          </p:nvPr>
        </p:nvGraphicFramePr>
        <p:xfrm>
          <a:off x="1765613" y="1235462"/>
          <a:ext cx="5106336" cy="3118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Shape 1">
            <a:extLst>
              <a:ext uri="{FF2B5EF4-FFF2-40B4-BE49-F238E27FC236}">
                <a16:creationId xmlns:a16="http://schemas.microsoft.com/office/drawing/2014/main" id="{02D81007-5417-528B-54F2-1C4162DA9FFA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</p:spTree>
    <p:extLst>
      <p:ext uri="{BB962C8B-B14F-4D97-AF65-F5344CB8AC3E}">
        <p14:creationId xmlns:p14="http://schemas.microsoft.com/office/powerpoint/2010/main" val="1820706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F3AF9D65-290B-BD2F-A060-139FA6CEBF6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A945E"/>
          </a:solidFill>
          <a:ln/>
        </p:spPr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04954E0-BFF1-F363-41B0-626CD2E766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4064416"/>
              </p:ext>
            </p:extLst>
          </p:nvPr>
        </p:nvGraphicFramePr>
        <p:xfrm>
          <a:off x="1589649" y="1744963"/>
          <a:ext cx="5233182" cy="3009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hape 1">
            <a:extLst>
              <a:ext uri="{FF2B5EF4-FFF2-40B4-BE49-F238E27FC236}">
                <a16:creationId xmlns:a16="http://schemas.microsoft.com/office/drawing/2014/main" id="{302A42A6-39CF-BFBD-3B43-855F3F44ECE5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49DB6-95B0-CC7A-A8CD-4C8F634016E2}"/>
              </a:ext>
            </a:extLst>
          </p:cNvPr>
          <p:cNvSpPr txBox="1"/>
          <p:nvPr/>
        </p:nvSpPr>
        <p:spPr>
          <a:xfrm>
            <a:off x="1005840" y="506437"/>
            <a:ext cx="6949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Cancelled and </a:t>
            </a:r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Returned Rate by Category</a:t>
            </a:r>
          </a:p>
        </p:txBody>
      </p:sp>
    </p:spTree>
    <p:extLst>
      <p:ext uri="{BB962C8B-B14F-4D97-AF65-F5344CB8AC3E}">
        <p14:creationId xmlns:p14="http://schemas.microsoft.com/office/powerpoint/2010/main" val="295803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1417"/>
            <a:ext cx="9144000" cy="5143500"/>
          </a:xfrm>
          <a:prstGeom prst="rect">
            <a:avLst/>
          </a:prstGeom>
          <a:solidFill>
            <a:srgbClr val="CA945E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64778"/>
            <a:ext cx="303407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053337" y="364778"/>
            <a:ext cx="206185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246185" y="453976"/>
            <a:ext cx="8349235" cy="64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Customer’s Payment Modes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2539" y="4484002"/>
            <a:ext cx="3519487" cy="521422"/>
          </a:xfrm>
          <a:prstGeom prst="rect">
            <a:avLst/>
          </a:prstGeom>
        </p:spPr>
      </p:pic>
      <p:sp>
        <p:nvSpPr>
          <p:cNvPr id="62" name="Shape 1">
            <a:extLst>
              <a:ext uri="{FF2B5EF4-FFF2-40B4-BE49-F238E27FC236}">
                <a16:creationId xmlns:a16="http://schemas.microsoft.com/office/drawing/2014/main" id="{D4F090B1-9D9D-4349-A0B1-810CA258FEA4}"/>
              </a:ext>
            </a:extLst>
          </p:cNvPr>
          <p:cNvSpPr/>
          <p:nvPr/>
        </p:nvSpPr>
        <p:spPr>
          <a:xfrm>
            <a:off x="0" y="-967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  <p:graphicFrame>
        <p:nvGraphicFramePr>
          <p:cNvPr id="63" name="Chart 62">
            <a:extLst>
              <a:ext uri="{FF2B5EF4-FFF2-40B4-BE49-F238E27FC236}">
                <a16:creationId xmlns:a16="http://schemas.microsoft.com/office/drawing/2014/main" id="{966CD14B-201D-4061-B515-5A99C585F1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415037"/>
              </p:ext>
            </p:extLst>
          </p:nvPr>
        </p:nvGraphicFramePr>
        <p:xfrm>
          <a:off x="2064638" y="1489027"/>
          <a:ext cx="4712328" cy="3167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73B03B7F-AC5C-B2BE-44F0-7542D389FF37}"/>
              </a:ext>
            </a:extLst>
          </p:cNvPr>
          <p:cNvSpPr/>
          <p:nvPr/>
        </p:nvSpPr>
        <p:spPr>
          <a:xfrm>
            <a:off x="0" y="-21417"/>
            <a:ext cx="9144000" cy="5143500"/>
          </a:xfrm>
          <a:prstGeom prst="rect">
            <a:avLst/>
          </a:prstGeom>
          <a:solidFill>
            <a:srgbClr val="CA945E"/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2927C8B-58E0-E256-4860-69BCBF755C26}"/>
              </a:ext>
            </a:extLst>
          </p:cNvPr>
          <p:cNvSpPr/>
          <p:nvPr/>
        </p:nvSpPr>
        <p:spPr>
          <a:xfrm>
            <a:off x="0" y="-35169"/>
            <a:ext cx="9144000" cy="104775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5475B6-19DC-03B7-14F4-29DC443DB8A0}"/>
              </a:ext>
            </a:extLst>
          </p:cNvPr>
          <p:cNvSpPr txBox="1"/>
          <p:nvPr/>
        </p:nvSpPr>
        <p:spPr>
          <a:xfrm>
            <a:off x="246184" y="83358"/>
            <a:ext cx="3749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381C2A0-2194-52C4-E532-32FFFE17F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588604"/>
              </p:ext>
            </p:extLst>
          </p:nvPr>
        </p:nvGraphicFramePr>
        <p:xfrm>
          <a:off x="379827" y="797169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87388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2705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32738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Order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Revenue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148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2020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20066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18529864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14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19870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18166048</a:t>
                      </a:r>
                      <a:endParaRPr lang="en-IN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36312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E328DEE-9EB2-613C-8CD2-E148679019C5}"/>
              </a:ext>
            </a:extLst>
          </p:cNvPr>
          <p:cNvSpPr txBox="1"/>
          <p:nvPr/>
        </p:nvSpPr>
        <p:spPr>
          <a:xfrm>
            <a:off x="305084" y="2096316"/>
            <a:ext cx="8533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analysis of the Amazon sales dataset indicates that overall business performance is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declining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with yearly trends showing a drop in both total orders and revenue.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B4DB09-1252-161A-1816-6DED8C796625}"/>
              </a:ext>
            </a:extLst>
          </p:cNvPr>
          <p:cNvSpPr txBox="1"/>
          <p:nvPr/>
        </p:nvSpPr>
        <p:spPr>
          <a:xfrm>
            <a:off x="305084" y="2635712"/>
            <a:ext cx="3024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100598-C149-9C10-F993-C99875A1B588}"/>
              </a:ext>
            </a:extLst>
          </p:cNvPr>
          <p:cNvSpPr txBox="1"/>
          <p:nvPr/>
        </p:nvSpPr>
        <p:spPr>
          <a:xfrm>
            <a:off x="305084" y="3200089"/>
            <a:ext cx="78849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📢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Promote best‑selling products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Highlight popular items to attract more buyers.</a:t>
            </a:r>
          </a:p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🚚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Speed up delivery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Faster shipping increases customer satisfaction.</a:t>
            </a:r>
          </a:p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🔄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Reduce returns &amp; cancellations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Find out why customers cancel and fix those issues.</a:t>
            </a:r>
          </a:p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🎯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Use smart discounts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Offer deals only where needed to boost sales.</a:t>
            </a:r>
          </a:p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🌍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Focus on strong regions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Strengthen marketing in areas with good sales and recover weak ones.</a:t>
            </a:r>
          </a:p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💳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Make payments easier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Provide flexible payment options to avoid drop‑offs.</a:t>
            </a:r>
          </a:p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👥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Personalize offers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→ Use customer data to send tailored deals and re‑engage old buyers.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009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Shape 1"/>
          <p:cNvSpPr/>
          <p:nvPr/>
        </p:nvSpPr>
        <p:spPr>
          <a:xfrm>
            <a:off x="-967" y="0"/>
            <a:ext cx="3476625" cy="5143500"/>
          </a:xfrm>
          <a:prstGeom prst="rect">
            <a:avLst/>
          </a:prstGeom>
          <a:solidFill>
            <a:srgbClr val="CA945E"/>
          </a:solidFill>
          <a:ln/>
        </p:spPr>
      </p:sp>
      <p:sp>
        <p:nvSpPr>
          <p:cNvPr id="4" name="Shape 2"/>
          <p:cNvSpPr/>
          <p:nvPr/>
        </p:nvSpPr>
        <p:spPr>
          <a:xfrm>
            <a:off x="731007" y="873882"/>
            <a:ext cx="2195513" cy="2195513"/>
          </a:xfrm>
          <a:prstGeom prst="ellipse">
            <a:avLst/>
          </a:prstGeom>
          <a:ln w="109538">
            <a:solidFill>
              <a:srgbClr val="2F6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2013" y="1284908"/>
            <a:ext cx="733425" cy="733425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/>
          <p:nvPr/>
        </p:nvSpPr>
        <p:spPr>
          <a:xfrm>
            <a:off x="731490" y="519112"/>
            <a:ext cx="358654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566071" y="1535385"/>
            <a:ext cx="521987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75051" y="1535385"/>
            <a:ext cx="3306935" cy="950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013"/>
              </a:spcBef>
              <a:buNone/>
            </a:pPr>
            <a:r>
              <a:rPr lang="en-US" sz="5040" b="1" kern="0" spc="-353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Thank</a:t>
            </a:r>
            <a:endParaRPr lang="en-US" sz="5040" dirty="0"/>
          </a:p>
        </p:txBody>
      </p:sp>
      <p:sp>
        <p:nvSpPr>
          <p:cNvPr id="10" name="Text 8"/>
          <p:cNvSpPr/>
          <p:nvPr/>
        </p:nvSpPr>
        <p:spPr>
          <a:xfrm>
            <a:off x="5078437" y="2117189"/>
            <a:ext cx="1964257" cy="7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013"/>
              </a:spcBef>
              <a:buNone/>
            </a:pPr>
            <a:r>
              <a:rPr lang="en-US" sz="5040" b="1" kern="0" spc="-353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you</a:t>
            </a:r>
            <a:endParaRPr lang="en-US" sz="5040" dirty="0"/>
          </a:p>
        </p:txBody>
      </p:sp>
      <p:sp>
        <p:nvSpPr>
          <p:cNvPr id="11" name="Text 9"/>
          <p:cNvSpPr/>
          <p:nvPr/>
        </p:nvSpPr>
        <p:spPr>
          <a:xfrm>
            <a:off x="4848132" y="996293"/>
            <a:ext cx="25641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731490" y="4428158"/>
            <a:ext cx="44314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858298" y="4428158"/>
            <a:ext cx="207762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044" y="4315271"/>
            <a:ext cx="7681912" cy="314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mazon-Templates-slidesppt.net_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Amazon-Templates-slidesppt.net_</Template>
  <TotalTime>270</TotalTime>
  <Words>834</Words>
  <Application>Microsoft Office PowerPoint</Application>
  <PresentationFormat>On-screen Show (16:9)</PresentationFormat>
  <Paragraphs>144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Manrope</vt:lpstr>
      <vt:lpstr>Source Sans 3</vt:lpstr>
      <vt:lpstr>Times New Roman</vt:lpstr>
      <vt:lpstr>Wingdings</vt:lpstr>
      <vt:lpstr>Amazon-Templates-slidesppt.net_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Mohana Sre</cp:lastModifiedBy>
  <cp:revision>1</cp:revision>
  <dcterms:created xsi:type="dcterms:W3CDTF">2026-08-28T13:55:32Z</dcterms:created>
  <dcterms:modified xsi:type="dcterms:W3CDTF">2026-08-29T08:32:32Z</dcterms:modified>
</cp:coreProperties>
</file>